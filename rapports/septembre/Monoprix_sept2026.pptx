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Sport et plein air · 27 %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Montres et bijoux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· 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959705"/>
            <a:ext cx="475488" cy="36210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959705"/>
            <a:ext cx="475488" cy="3621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21808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