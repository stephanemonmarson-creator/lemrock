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752 119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9 956 850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3 608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19 420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+0,29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chaussures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jean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robe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veste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mariage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doudoune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montre connectée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rentrée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collants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jupe midi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livraison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ensemble vichy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ceinture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hauts ajustés pour accompagner ce jean gris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coupe de robe convient le mieux aux petites poitrines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 choisir pour un look mariage avec un ensemble vichy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collants opaques tu recommandes pour l'hiver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trouver ces Skechers et la livraison la plus rapide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Collants, chaussettes et sous-vêtements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Petit équipement domestique · 15 %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Papeterie scolaire et créative · 23 %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Vêtements et linge pour bébé · 18 %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590092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590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44 %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040172"/>
            <a:ext cx="475488" cy="20116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241340"/>
            <a:ext cx="475488" cy="308457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549798"/>
            <a:ext cx="475488" cy="241401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collants restent le point 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collants Sublim DIM et les bas nylon atteignent jusqu'à 1,26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les collants au cœur de la campagne, surtout avec l'arrivée du froid.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papeterie scolaire surprend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pochettes de papier à dessin Canson atteignent 1,23 fois la moyenne, et les fournitures scolaires 1,15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Profiter de la rentrée pour garder la papeterie dans la diffusion.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la lingerie et le linge de maison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lots de slips DIM (0,86 fois) et le drap housse bio (0,77 fois) restent sous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un bénéfice concret (confort, maintien) plutôt que le lot.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52 % mais les clics progressent de 24 %. Le CTR passe de 0,19 % à 0,48 %.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des conversions.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