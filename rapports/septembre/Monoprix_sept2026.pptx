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équipement domestique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1126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mariage,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mariage déclenche 29,1 % des conversations, devant le départ en vacances (16,6 %) et la rentrée (12,0 %).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des accroches « tenue d'invitée » et « look de cérémonie » avec les robes et ensembles Monoprix.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froide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Doudounes, vestes, collants thermiques et gants apparaissent déjà dans les requêtes de septembre.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Basculer les messages vers les manteaux, mailles et collants dès octobre.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Clarifier la mesure de part de voix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mesure Monoprix face aux enseignes alimentaires (Lidl, Leclerc…) : 5,5 % de part de voix (+2,5 pts), 24,2 % côté ads (+6,1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vérifier : refaire la mesure face aux enseignes de mode pour un comparatif pertinent.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52 %, mais les clics progressent de 24 %. Le CTR passe de 0,19 % à 0,48 %. Aucune conversion n'est encore attribuée.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Kwanko et miser sur les catégories qui cliquent le plus.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