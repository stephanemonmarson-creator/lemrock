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forfait 40 Go est le plus efficace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sans engagement concentre deux tiers de la diffusion et reste au niveau du meilleur CTR (1,02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