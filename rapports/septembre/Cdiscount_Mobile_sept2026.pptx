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forfait mobile</a:t>
            </a:r>
          </a:p>
          <a:p>
            <a:pPr algn="l">
              <a:spcAft>
                <a:spcPts val="500"/>
              </a:spcAft>
            </a:pPr>
            <a:r>
              <a:rPr sz="1700" b="1" i="0">
                <a:solidFill>
                  <a:srgbClr val="111111"/>
                </a:solidFill>
                <a:latin typeface="Arial"/>
              </a:rPr>
              <a:t>sans engagement</a:t>
            </a:r>
            <a:r>
              <a:rPr sz="1500" b="0" i="0">
                <a:solidFill>
                  <a:srgbClr val="555B66"/>
                </a:solidFill>
                <a:latin typeface="Arial"/>
              </a:rPr>
              <a:t>      eSIM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40 Go</a:t>
            </a:r>
            <a:r>
              <a:rPr sz="1300" b="1" i="0">
                <a:solidFill>
                  <a:srgbClr val="111111"/>
                </a:solidFill>
                <a:latin typeface="Arial"/>
              </a:rPr>
              <a:t>   150 Go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5G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carte SIM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code RIO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portabilité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activation immédiate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partage de connexion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roaming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meilleur prix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départ en vacances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mobile sans engagement choisir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utiliser une eSIM avec Cdiscount Mobile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Puis-je conserver mon numéro en changeant d'opérateur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pour faire du partage de connexion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forfait prendre pour partir en vacances à l'étranger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générale d'un forfait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25 %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12 %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4 %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932883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268163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469331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4368" y="5630265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4368" y="5710732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forfaits 40 Go et 150 Go font jeu égal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(deux tiers de la diffusion) et le forfait 150 Go obtiennent le même CTR (0,99 à 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d'appel, au prix le plus bas.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moyenne, et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