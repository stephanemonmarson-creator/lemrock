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1 760 935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6 117 876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9 138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17 884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0,04 %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+0,04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0,04 %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iPhone 17 Pro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Galaxy S26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forfait mobile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eSIM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reconditionné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Pixel 10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Redmi Note 15 Pro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256 Go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départ en vacances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promotion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fiabilité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Honor 600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compatibilité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les smartphones Android 256 Go sous 500 €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recherche un smartphone microSD pour la photo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sais si un iPhone 15 reconditionné est fiable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Honor vendus en Europe ont-ils bien les services Google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de changer de smartphone juste pour WhatsApp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générale d'un forfait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eSIM et carte SIM · 25 %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Prix et sans engagement · 15 %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Partage de connexion et nomade · 12 %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5G et volume de data · 6 %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International et roaming · 4 %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Changement d'opérateur · 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943600"/>
            <a:ext cx="121920" cy="121920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92531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Forfaits par profil ·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36 %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932883"/>
            <a:ext cx="475488" cy="33528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932883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5268163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469331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630265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710732"/>
            <a:ext cx="475488" cy="53644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64377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Générer 550 nouvelles souscriptions.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Activer le moment « départ en vacances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départ en vacances déclenche 24,3 % des conversations, avec des recherches de forfait mobile et d'eSIM. L'achat ou le remplacement d'un smartphone en représente plus d'un tiers.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Pousser les offres forfait + eSIM avant les départs, et l'offre smartphone + forfait sur les moments de remplacement.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Répondre aux freins avant la souscription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Doute sur l'utilité (20,6 %), attente d'une promotion (17,9 %), compatibilité (16,7 %), prix (16,5 %) et fiabilité (16,5 %) se partagent les freins exprimés.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 prix mensuel, la compatibilité réseau et un argument promo daté pour déclencher la décision.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Capitaliser sur une marque déjà recommandée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Cdiscount Mobile est 3e en part de voix (11,3 %, +3,6 pts) et 3e des recommandations spontanées des IA (10,7 %), derrière Orange et Amazon. Côté ads : 9,3 % (+7,6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la présence ads sur les requêtes forfaits pour passer devant Amazon et Orange.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triplent, les conversions restent rares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2 980 à 9 138 (CTR 0,52 %, +0,31 pt), mais seules 4 conversions sont attribuées, loin de l'objectif de 550 souscriptions.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la page d'atterrissage, puis orienter les accroches vers la souscription (prix, sans engagement).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