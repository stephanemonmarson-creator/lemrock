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rial"/>
              </a:rPr>
              <a:t>1 760 935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6 117 876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9 138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+207 %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17 884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+0,31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0,29 %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+4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0,04 %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+0,04 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0,04 %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iPhone 17 Pro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Galaxy S26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forfait mobile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eSIM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reconditionné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Pixel 10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Redmi Note 15 Pro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256 Go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départ en vacances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promotion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fiabilité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Honor 600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compatibilité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les smartphones Android 256 Go sous 500 €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Je recherche un smartphone microSD pour la photo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je sais si un iPhone 15 reconditionné est fiable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Les Honor vendus en Europe ont-ils bien les services Google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Ça vaut le coup de changer de smartphone juste pour WhatsApp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Smartphones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Accessoires mobiles · 6 %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Téléphones fixes · 1 %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64368" y="4450080"/>
            <a:ext cx="475488" cy="1247241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64368" y="4450080"/>
            <a:ext cx="475488" cy="12472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93 %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5697321"/>
            <a:ext cx="475488" cy="80467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564368" y="5777788"/>
            <a:ext cx="475488" cy="13411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Générer 550 nouvelles souscriptions.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Activer le moment « départ en vacances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départ en vacances déclenche 24,3 % des conversations, avec des recherches de forfait mobile et d'eSIM. L'achat ou le remplacement d'un smartphone en représente plus d'un tiers.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Pousser les offres forfait + eSIM avant les départs, et l'offre smartphone + forfait sur les moments de remplacement.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Répondre aux freins avant la souscription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Doute sur l'utilité (20,6 %), attente d'une promotion (17,9 %), compatibilité (16,7 %), prix (16,5 %) et fiabilité (16,5 %) se partagent les freins exprimés.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 prix mensuel, la compatibilité réseau et un argument promo daté pour déclencher la décision.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Capitaliser sur une marque déjà recommandée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Cdiscount Mobile est 3e en part de voix (11,3 %, +3,6 pts) et 3e des recommandations spontanées des IA (10,7 %), derrière Orange et Amazon. Côté ads : 9,3 % (+7,6 pts).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Renforcer la présence ads sur les requêtes forfaits pour passer devant Amazon et Orange.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clics triplent, les conversions restent rares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passent de 2 980 à 9 138 (CTR 0,52 %, +0,31 pt), mais seules 4 conversions sont attribuées, loin de l'objectif de 550 souscriptions.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Vérifier le tracking Awin et la page d'atterrissage, puis orienter les accroches vers la souscription (prix, sans engagement).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