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engagement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40 Go</a:t>
            </a:r>
            <a:r>
              <a:rPr sz="1500" b="1" i="0">
                <a:solidFill>
                  <a:srgbClr val="111111"/>
                </a:solidFill>
                <a:latin typeface="Arial"/>
              </a:rPr>
              <a:t>   150 Go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4G &amp; 5G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meilleur prix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changement d'opérateur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promotion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porte surtout sur les smartphones, pas sur les forfaits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générale d'un forfait · &lt; 1 %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&lt; 1 %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66 %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34 %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&lt; 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33521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