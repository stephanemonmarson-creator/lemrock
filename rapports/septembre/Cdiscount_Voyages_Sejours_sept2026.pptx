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Voyages · Séjours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790 844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−52 %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2 717 814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3 916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7 533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+0,31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+2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0,10 %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+0,04 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0,08 %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1,30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+0,47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0,97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départ en vacances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séjour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Airbnb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Booking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Club Med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Pierre &amp; Vacances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billets d'avion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Transavia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valise cabine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trousse de toilette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Center Parcs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TUI</a:t>
            </a:r>
            <a:r>
              <a:rPr sz="1100" b="0" i="0">
                <a:solidFill>
                  <a:srgbClr val="EE6A2C"/>
                </a:solidFill>
                <a:latin typeface="Arial"/>
              </a:rPr>
              <a:t>   Lastminute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choisir un sac cabine conforme aux dimensions des compagnies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organiser une trousse de toilette conforme aux règles de sécurité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Quelles offres ou prix pour une pochette Faraday 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MARQUES CITÉES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Part de voix dans les messages utilisateurs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438912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Airbnb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4657344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Booking · 22 %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4925568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Opodo · 7 %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5193792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Club Med · 7 %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5462016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Pierre &amp; Vacances · 6 %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573024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Autres (Cdiscount Voyages &lt; 0,1 %) · 26 %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64368" y="4450080"/>
            <a:ext cx="475488" cy="42915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64368" y="4450080"/>
            <a:ext cx="475488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32 %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879238"/>
            <a:ext cx="475488" cy="295046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564368" y="5174284"/>
            <a:ext cx="475488" cy="93878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564368" y="5268163"/>
            <a:ext cx="475488" cy="93878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64368" y="5362041"/>
            <a:ext cx="475488" cy="80467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5442508"/>
            <a:ext cx="475488" cy="348691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4368" y="5442508"/>
            <a:ext cx="475488" cy="348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26 %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Voyages · Séjours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 départ en vacances concentre la demande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82,3 % des conversations du secteur sont déclenchées par un départ en vacances, avec des recherches de billets d'avion et d'agence.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Associer chaque séjour à une date de départ proche : « Partez aux vacances de la Toussaint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Gagner en visibilité face à Airbnb et 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Cdiscount Voyages reste sous 0,1 % de part de voix (13e), face à Airbnb (31,8 %) et Booking (21,6 %). Côté ads : 4,0 %.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Élargir les topics ciblés (séjours, clubs, tout compris) pour augmenter la présence publicitaire.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Des réservations en hausse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4 réservations en septembre pour 1 119 € de GMV (2 en août). Le ROAS passe de 0,82 à 1,30.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Accélérer sur les offres qui convertissent, avant la fin de tranche.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Moins d'impressions, plus de clics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impressions baissent de 52 %, mais les clics progressent de 26 %. Le CTR passe de 0,19 % à 0,50 %.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Conserver le ciblage resserré et tester des accroches prix / dernière minute.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