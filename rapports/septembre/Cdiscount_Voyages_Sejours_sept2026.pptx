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0,10 %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1,30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Club Med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Pierre &amp;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billets d'avion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Transavia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 cabine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trousse de toilette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Center Parcs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TUI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Lastminute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offres ou prix pour une pochette Faraday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28 %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14 %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8 %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Parcs et séjours en famille · 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4 %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986528"/>
            <a:ext cx="475488" cy="37551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986528"/>
            <a:ext cx="475488" cy="37551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362041"/>
            <a:ext cx="475488" cy="187756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549798"/>
            <a:ext cx="475488" cy="10728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724144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départ en vacances concentre la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82,3 % des conversations du secteur sont déclenchées par un départ en vacances, avec des recherches de billets d'avion et d'agence.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séjour à une date de départ proche : « Partez aux vacances de la Toussaint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Gagner en visibilité face à Airbnb et Booking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Cdiscount Voyages reste sous 0,1 % de part de voix (13e), face à Airbnb (31,8 %) et Booking (21,6 %). Côté ads : 4,0 %.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Élargir les topics ciblés (séjours, clubs, tout compris) pour augmenter la présence publicitaire.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en septembre pour 1 119 € de GMV (2 en août). Le ROAS passe de 0,82 à 1,30, encore loin de l'objectif de 12.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Accélérer sur les offres qui convertissent, avant la fin de tranche.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52 %, mais les clics progressent de 26 %. Le CTR passe de 0,19 % à 0,50 %.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le ciblage resserré et tester des accroches prix / dernière minute.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