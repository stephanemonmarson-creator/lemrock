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1001 Pneus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159 222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+423 %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2 080 671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+292 %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4 315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0,49 %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−0,16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0,21 %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EE6A2C"/>
                </a:solidFill>
                <a:latin typeface="Arial"/>
              </a:rPr>
              <a:t>pneu hiver</a:t>
            </a:r>
            <a:r>
              <a:rPr sz="1800" b="1" i="0">
                <a:solidFill>
                  <a:srgbClr val="111111"/>
                </a:solidFill>
                <a:latin typeface="Arial"/>
              </a:rPr>
              <a:t>    jante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55B66"/>
                </a:solidFill>
                <a:latin typeface="Arial"/>
              </a:rPr>
              <a:t>3PMSF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 roue de secours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E6A2C"/>
                </a:solidFill>
                <a:latin typeface="Arial"/>
              </a:rPr>
              <a:t>voiture électrique</a:t>
            </a:r>
            <a:r>
              <a:rPr sz="1300" b="0" i="0">
                <a:solidFill>
                  <a:srgbClr val="555B66"/>
                </a:solidFill>
                <a:latin typeface="Arial"/>
              </a:rPr>
              <a:t>    freinage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E6A2C"/>
                </a:solidFill>
                <a:latin typeface="Arial"/>
              </a:rPr>
              <a:t>Michelin Alpin</a:t>
            </a:r>
            <a:r>
              <a:rPr sz="1200" b="1" i="0">
                <a:solidFill>
                  <a:srgbClr val="111111"/>
                </a:solidFill>
                <a:latin typeface="Arial"/>
              </a:rPr>
              <a:t>    loi montagne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Continental WinterContact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chaînes à neige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 kit anti-crevaison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pneus pas chers sont quand même sûrs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pneus VE recommandez-vous pour une Zoé 2020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Peux-tu comparer Michelin Alpin 7 et Continental WinterContact TS870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Chaînes, chaussettes ou pneus hiver : quoi privilégier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Mes pneus toutes saisons suffisent-ils pour la loi montagne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auto et dimensions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Jantes et roues · 15 %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hiver et neige · 9 %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Crevaison et dépannage · 7 %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462016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été et toutes saisons · 2 %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96656" y="573024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connectés · 1 %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4450080"/>
            <a:ext cx="475488" cy="885139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4368" y="4450080"/>
            <a:ext cx="475488" cy="8851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66 %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64368" y="5335219"/>
            <a:ext cx="475488" cy="201168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64368" y="5536387"/>
            <a:ext cx="475488" cy="12070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64368" y="5657088"/>
            <a:ext cx="475488" cy="93878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564368" y="5750966"/>
            <a:ext cx="475488" cy="26822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64368" y="5777788"/>
            <a:ext cx="475488" cy="13411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1001 Pneus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Acquérir de nouveaux clients (automobilistes, motards, cyclistes) avec un CPA cible de 10 €.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Préparer la saison hiver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Pneus hiver et chaînes à neige pèsent 8,9 % des produits nommés, avec des questions sur la loi montagne et le marquage 3PMSF.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Lancer des messages hiver dès octobre lors d'une reprise de campagne.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Cibler les voitures électriques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requêtes citent des modèles électriques (Zoé, MG4 EV) et l'impact des jantes sur l'autonomie.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Créer des accroches dédiées aux pneus pour véhicules électriques.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Gagner en visibilité face à Norauto et Michelin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1001 Pneus pèse 1,8 % de part de voix (+1,2 pt, 8e) et reste sous 0,1 % des recommandations spontanées des IA. Côté ads : 1,6 % (−21,1 pts).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Reprendre la présence ads avant la saison hiver.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diffusion relancée puis arrêtée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Diffusion du 01 au 10/09 : 159 222 impressions et 781 clics (+292 %), CTR de 0,49 %.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Vérifier le tracking Affilae et préparer la reprise pour viser le CPA cible de 10 €.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