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1001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159 222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+423 %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2 080 671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+292 %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4 315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−0,16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pneu hiver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jante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3PMSF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roue de secours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Michelin Alpin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loi montagne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Continental WinterContact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chaînes à neige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kit anti-crevaison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pas chers sont quand même sûrs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VE recommandez-vous pour une Zoé 2020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Peux-tu comparer Michelin Alpin 7 et Continental WinterContact TS870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Chaînes, chaussettes ou pneus hiver : quoi privilégier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Mes pneus toutes saisons suffisent-ils pour la loi montagne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Saison et changement de pneus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et tenue de route · 23 %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Usage professionnel et utilitaire · 12 %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Économie, autonomie et durabilité · 10 %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73761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7376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187696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496153"/>
            <a:ext cx="475488" cy="16093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57088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1001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 (automobilistes, motards, cyclistes) avec un CPA cible de 10 €.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Pneus hiver et chaînes à neige pèsent 8,9 % des produits nommés, avec des questions sur la loi montagne et le marquage 3PMSF.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Lancer des messages hiver dès octobre lors d'une reprise de campagne.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les voitures électriques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requêtes citent des modèles électriques (Zoé, MG4 EV) et l'impact des jantes sur l'autonomie.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des accroches dédiées aux pneus pour véhicules électriques.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Gagner en visibilité face à Norauto et Michelin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1001 Pneus pèse 1,8 % de part de voix (+1,2 pt, 8e) et reste sous 0,1 % des recommandations spontanées des IA. Côté ads : 1,6 % (−21,1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Reprendre la présence ads avant la saison hiver.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diffusion relancée puis arrêtée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Diffusion du 01 au 10/09 : 159 222 impressions et 781 clics (+292 %),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Affilae et préparer la reprise pour viser le CPA cible de 10 €.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