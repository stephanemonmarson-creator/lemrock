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Airbnb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Booking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Gîtes de France · 11 %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Abritel · 7 %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Pierre &amp; Vacances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35 %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352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85360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013350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160873"/>
            <a:ext cx="475488" cy="9387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54752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321808"/>
            <a:ext cx="475488" cy="469392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21808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 déclenchent presque toutes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91,2 % des conversations du secteur sont déclenchées par un départ en vacances.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vacances scolaires, week-ends prolongés.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7e marque citée, en progression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Pierre &amp; Vacances pèse 4,7 % de part de voix (+2,1 pts), derrière Airbnb (24,8 %), Booking (16,6 %) et Gîtes de France (11,3 %).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ce qui distingue les résidences : services, piscine, emplacements.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recommandé spontanément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recommandent spontanément Maeva (19,4 %) et Lagrange (19,0 %), mais citent Pierre &amp; Vacances dans moins de 0,1 % des cas. Côté ads : 2,8 % (+2,8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Développer la présence ads et les contenus de marque pour entrer dans les recommandations.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638 950 impressions et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et préparer les messages des vacances de Noël et d'hiver.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