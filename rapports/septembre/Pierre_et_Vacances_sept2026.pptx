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638 950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638 950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3 144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résidence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Gîtes de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Abritel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Odalys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Club Med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Center Parcs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Lagrange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Maeva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VVF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Résidences et appartements de vacances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Villages et clubs · 20 %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montagne et ski · 16 %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mer et littoral · 14 %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Week-ends et courts séjours · 8 %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Bien-être et activités · 4 %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509625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5096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38 %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959705"/>
            <a:ext cx="475488" cy="26822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227929"/>
            <a:ext cx="475488" cy="21457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442508"/>
            <a:ext cx="475488" cy="18775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630265"/>
            <a:ext cx="475488" cy="10728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737555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vacances déclenchent presque toutes les conversations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91,2 % des conversations du secteur sont déclenchées par un départ en vacances.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résidence à une période de départ : vacances scolaires, week-ends prolongés.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7e marque citée, en progression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Pierre &amp; Vacances pèse 4,7 % de part de voix (+2,1 pts), derrière Airbnb (24,8 %), Booking (16,6 %) et Gîtes de France (11,3 %).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ce qui distingue les résidences : services, piscine, emplacements.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Être recommandé spontanément par les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IA recommandent spontanément Maeva (19,4 %) et Lagrange (19,0 %), mais citent Pierre &amp; Vacances dans moins de 0,1 % des cas. Côté ads : 2,8 % (+2,8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Développer la présence ads et les contenus de marque pour entrer dans les recommandations.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encourageant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15/09, la campagne génère 638 950 impressions et 3 144 clics en 16 jours, pour un CTR de 0,49 %.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la diffusion et préparer les messages des vacances de Noël et d'hiver.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