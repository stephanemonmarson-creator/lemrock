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Pierre &amp; Vacances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638 950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638 950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3 144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3 144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0,49 %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résidence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Airbnb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Booking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Gîtes de France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Abritel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vie en van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Odalys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Club Med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Center Parcs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Lagrange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Maeva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VVF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sac choisir pour combo randonnée et ski de rando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MARQUES CITÉES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Part de voix dans les messages utilisateurs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Airbnb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Booking · 17 %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Gîtes de France · 11 %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Abritel · 7 %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Pierre &amp; Vacances · 5 %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Autres · 35 %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33528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4450080"/>
            <a:ext cx="475488" cy="335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25 %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785360"/>
            <a:ext cx="475488" cy="22799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5013350"/>
            <a:ext cx="475488" cy="147523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564368" y="5160873"/>
            <a:ext cx="475488" cy="93878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254752"/>
            <a:ext cx="475488" cy="67056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321808"/>
            <a:ext cx="475488" cy="469392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5321808"/>
            <a:ext cx="475488" cy="4693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35 %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Pierre &amp; Vacances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vacances déclenchent presque toutes les conversations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91,2 % des conversations du secteur sont déclenchées par un départ en vacances.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résidence à une période de départ : vacances scolaires, week-ends prolongés.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7e marque citée, en progression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Pierre &amp; Vacances pèse 4,7 % de part de voix (+2,1 pts), derrière Airbnb (24,8 %), Booking (16,6 %) et Gîtes de France (11,3 %).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ce qui distingue les résidences : services, piscine, emplacements.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Être recommandé spontanément par les 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IA recommandent spontanément Maeva (19,4 %) et Lagrange (19,0 %), mais citent Pierre &amp; Vacances dans moins de 0,1 % des cas. Côté ads : 2,8 % (+2,8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Développer la présence ads et les contenus de marque pour entrer dans les recommandations.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premier mois encourageant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15/09, la campagne génère 638 950 impressions et 3 144 clics en 16 jours, pour un CTR de 0,49 %.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la diffusion et préparer les messages des vacances de Noël et d'hiver.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