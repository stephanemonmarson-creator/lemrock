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annonces sans destination ni 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deux annonces restent génériques (« à la mer comme à la montagne », « près des pistes ») : aucune ne cite une station, une ville ou un prix.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annonces par station ou destination, avec un prix d'appel.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