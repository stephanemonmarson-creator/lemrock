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2 900 897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11 246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15 %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Transavia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(Cdiscount Vols &lt; 0,1 %)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879238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80406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268163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1568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