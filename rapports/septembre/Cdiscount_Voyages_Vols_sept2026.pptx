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Cdiscount Voyages – Vols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  <a:latin typeface="Arial"/>
              </a:rPr>
              <a:t>1 855 410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+92 %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10 029 893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9 406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+455 %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21 694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0,51 %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+0,33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0,22 %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0,00 %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0,00 %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EE6A2C"/>
                </a:solidFill>
                <a:latin typeface="Arial"/>
              </a:rPr>
              <a:t>départ en vacances</a:t>
            </a:r>
            <a:r>
              <a:rPr sz="1600" b="1" i="0">
                <a:solidFill>
                  <a:srgbClr val="111111"/>
                </a:solidFill>
                <a:latin typeface="Arial"/>
              </a:rPr>
              <a:t>   billets d'avion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55B66"/>
                </a:solidFill>
                <a:latin typeface="Arial"/>
              </a:rPr>
              <a:t>SNCF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easyJet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6A2C"/>
                </a:solidFill>
                <a:latin typeface="Arial"/>
              </a:rPr>
              <a:t>Transavia</a:t>
            </a:r>
            <a:r>
              <a:rPr sz="1200" b="0" i="0">
                <a:solidFill>
                  <a:srgbClr val="555B66"/>
                </a:solidFill>
                <a:latin typeface="Arial"/>
              </a:rPr>
              <a:t>   Ryanair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sac cabine</a:t>
            </a:r>
            <a:r>
              <a:rPr sz="1100" b="1" i="0">
                <a:solidFill>
                  <a:srgbClr val="111111"/>
                </a:solidFill>
                <a:latin typeface="Arial"/>
              </a:rPr>
              <a:t>   Air France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trousse de toilette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Volotea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Skyscanner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Kayak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Comment choisir un sac cabine conforme aux dimensions des compagnies ?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37888" y="463296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59808" y="463296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91456" y="463296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Comment organiser une trousse de toilette conforme aux règles de sécurité 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7888" y="499872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59808" y="499872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91456" y="499872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Montre-moi des sacoches Faraday disponibles.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CATÉGORIES DE PRODUITS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Répartition des requêtes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96656" y="438912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Recherche générique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96656" y="4657344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Outre-mer et Caraïbes · 17 %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77200" y="4943856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96656" y="4925568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Europe et city breaks · 20 %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77200" y="5212080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96656" y="5193792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Afrique du Nord et Afrique · 14 %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77200" y="5480304"/>
            <a:ext cx="121920" cy="121920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96656" y="5462016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Long-courrier international · 11 %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77200" y="5748528"/>
            <a:ext cx="121920" cy="121920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96656" y="573024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France métropolitaine · 4 %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564368" y="4450080"/>
            <a:ext cx="475488" cy="45598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564368" y="4450080"/>
            <a:ext cx="475488" cy="4559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34 %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564368" y="4906060"/>
            <a:ext cx="475488" cy="22799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564368" y="5134051"/>
            <a:ext cx="475488" cy="268224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564368" y="5402275"/>
            <a:ext cx="475488" cy="187756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564368" y="5590031"/>
            <a:ext cx="475488" cy="147523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564368" y="5737555"/>
            <a:ext cx="475488" cy="53644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Cdiscount Voyages – Vols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Atteindre un ROI de 35 pour un CA de 87 k€.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Le départ en vacances concentre la demande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85,3 % des conversations sont déclenchées par un départ en vacances : billets d'avion, sac cabine, trousse de toilette.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Mettre en avant les vols vers les destinations des vacances de la Toussaint et de Noël.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Exister face aux compagnies et au train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Cdiscount Vols reste sous 0,1 % de part de voix (13e). La SNCF (31,7 %), easyJet et Transavia dominent. Côté ads : 6,1 %.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Renforcer la présence ads sur les requêtes de comparaison de vols et de prix.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Un trafic multiplié par 5,5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clics passent de 1 694 à 9 406 (+455 %) et les impressions de 965 665 à 1 855 410 (+92 %). Le CTR passe de 0,18 % à 0,51 %.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Profiter de ce trafic pour pousser les offres les plus compétitives.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Aucune réservation attribuée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Aucune conversion n'est remontée par Awin en septembre malgré 9 406 clics, ni depuis le lancement : l'objectif de ROI de 35 ne peut pas être mesuré.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Vérifier le tracking Awin et le parcours jusqu'à la réservation.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