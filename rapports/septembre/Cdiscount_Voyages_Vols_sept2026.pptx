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Voyages – Vols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Arial"/>
              </a:rPr>
              <a:t>1 855 410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+92 %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10 029 893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9 406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+455 %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21 694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0,51 %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+0,33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0,22 %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0,00 %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0,00 %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départ en vacances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billets d'avion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SNCF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easyJet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Transavia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Ryanair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sac cabine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Air France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trousse de toilette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Volotea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Skyscanner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Kayak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choisir un sac cabine conforme aux dimensions des compagnies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organiser une trousse de toilette conforme aux règles de sécurité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Montre-moi des sacoches Faraday disponibles.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Recherche générique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Outre-mer et Caraïbes · 8 %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Europe et city breaks · 8 %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Afrique du Nord et Afrique · 25 %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Long-courrier international · 33 %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France métropolitaine · &lt; 1 %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0564368" y="4450080"/>
            <a:ext cx="475488" cy="348691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564368" y="4450080"/>
            <a:ext cx="475488" cy="3486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26 %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64368" y="4798771"/>
            <a:ext cx="475488" cy="107289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0564368" y="4906060"/>
            <a:ext cx="475488" cy="107289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0564368" y="5013350"/>
            <a:ext cx="475488" cy="33528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0564368" y="5013350"/>
            <a:ext cx="475488" cy="335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25 %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64368" y="5348630"/>
            <a:ext cx="475488" cy="442569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0564368" y="5348630"/>
            <a:ext cx="475488" cy="44256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33 %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Voyages – Vols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Atteindre un ROI de 35 pour un CA de 87 k€.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vols vers l'Afrique cliquent le mieux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vols Paris – Afrique et Maghreb atteignent 1,06 fois le CTR moyen, et Lyon – Abidjan 1,15 fois.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Renforcer les liaisons vers l'Afrique et le Maghreb.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une destination plutôt qu'un prix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« destinations tendances » atteignent 1,08 fois la moyenne. Les vols court-courriers vers l'Europe restent à 0,94 fois.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Associer chaque annonce à une destination qui fait envie.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l'Outre-mer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vols vers les DOM-TOM restent à 0,58 fois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des accroches vacances de fin d'année pour la Martinique et la Guadeloupe.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Aucune réservation attribuée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Aucune conversion n'est remontée par Awin en septembre malgré 9 406 clics.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Vérifier le tracking Awin et le parcours jusqu'à la réservation.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