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Iopole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765 216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−79 %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5 594 442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3 523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−45 %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12 038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0,46 %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+0,29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0,22 %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facturation électronique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Chorus Pro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Pennylane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Indy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Odoo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retraite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séparation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Sage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Shine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Tiime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Cegid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EBP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À compléter : le rapport d'insights ne fournit pas d'exemples de requêtes pour Iopole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MARQUES CITÉES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Part de voix dans les messages utilisateurs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6" y="438912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Chorus Pro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96656" y="4657344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Pennylane · 12 %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6656" y="4925568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Indy · 11 %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5193792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Odoo · 10 %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5462016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Tiime · 7 %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573024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Autres (dont Iopole 0,2 %) · 24 %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4450080"/>
            <a:ext cx="475488" cy="482803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64368" y="4450080"/>
            <a:ext cx="475488" cy="4828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36 %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64368" y="4932883"/>
            <a:ext cx="475488" cy="160934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64368" y="5093817"/>
            <a:ext cx="475488" cy="147523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64368" y="5241340"/>
            <a:ext cx="475488" cy="134112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64368" y="5375452"/>
            <a:ext cx="475488" cy="93878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64368" y="5469331"/>
            <a:ext cx="475488" cy="321868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Iopole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catégorie dominée par Chorus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Chorus Pro concentre 36,2 % des citations du secteur, devant Pennylane (11,7 %) et Indy (10,9 %). Iopole pèse 0,2 % (19e).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Positionner Iopole sur la réforme de la facturation électronique, en complément de Chorus Pro.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IA recommandent Sage et Shine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Sage (57,5 %) et Shine (37,8 %) captent presque toutes les recommandations spontanées des IA. Iopole y est sous 0,1 %.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Produire des contenus de référence (guides réforme 2026, comparatifs) pour être cité.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présence ads en recul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part de voix ads d'Iopole passe à 25,2 % (−30,3 pts) avec la baisse de la diffusion.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Préparer une reprise avant les échéances de la réforme.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fin de campagne plus efficace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Diffusion jusqu'au 21/09 : 765 216 impressions (−79 %) et 3 523 clics (−45 %). Le CTR passe de 0,17 % à 0,46 %.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Campagne terminée : partager le bilan et proposer un renouvellement.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