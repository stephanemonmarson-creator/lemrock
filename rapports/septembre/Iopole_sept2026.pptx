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Iopole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765 216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−79 %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5 594 442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3 523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12 038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facturation électronique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Chorus Pro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Pennylane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Indy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Odoo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séparation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Sage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Shine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Tiime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Cegid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EBP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Iopole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Compréhension de la facturation électronique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Recherche et comparaison de plateformes agréées · 29 %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Calendrier, réforme et obligations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Application selon le profil de l'entreprise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Intégration technique et interopérabilité · 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919472"/>
            <a:ext cx="475488" cy="3889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919472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5308396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509564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Iopole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catégorie dominée par Chorus Pro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Chorus Pro concentre 36,2 % des citations du secteur, devant Pennylane (11,7 %) et Indy (10,9 %). Iopole pèse 0,2 % (19e).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Positionner Iopole sur la réforme de la facturation électronique, en complément de Chorus Pro.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IA recommandent Sage et Shine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Sage (57,5 %) et Shine (37,8 %) captent presque toutes les recommandations spontanées des IA. Iopole y est sous 0,1 %.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Produire des contenus de référence (guides réforme 2026, comparatifs) pour être cité.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présence ads en recul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ads d'Iopole passe à 25,2 % (−30,3 pts) avec la baisse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une reprise avant les échéances de la réforme.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fin de campagne plus efficace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jusqu'au 21/09 : 765 216 impressions (−79 %) et 3 523 clics (−45 %). Le CTR passe de 0,17 % à 0,46 %.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: partager le bilan et proposer un renouvellement.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