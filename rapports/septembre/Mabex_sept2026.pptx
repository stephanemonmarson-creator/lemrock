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Mabex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313 395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+259 %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426 644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1 668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+379 %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2 085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0,53 %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+0,13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0,49 %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prises connectées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canalisations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outils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tuyaux PVC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gel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humidimètre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Legrand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Bosch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Makita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chantier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peinture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Leroy Merlin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Chausson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Montre-moi des prises connectées compatibles avec ma box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Quelle puissance de prise renforcée recommandes-tu pour un usage quotidien ?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protéger les canalisations et la pompe contre le gel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Quels risques pour les tuyaux PVC à long terme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Tu peux me recommander un bon humidimètre pour bois ?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Électricité, interrupteurs et prises · 4 %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Chauffe-eau et eau chaude · 11 %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Chauffage et radiateurs · 3 %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EPI et vêtements de sécurité · 13 %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077200" y="5480304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296656" y="546201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Outillage et plomberie · 69 %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10564368" y="4450080"/>
            <a:ext cx="475488" cy="53644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10564368" y="4503724"/>
            <a:ext cx="475488" cy="147523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0564368" y="4651248"/>
            <a:ext cx="475488" cy="40233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10564368" y="4691481"/>
            <a:ext cx="475488" cy="174345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10564368" y="4865827"/>
            <a:ext cx="475488" cy="925372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10564368" y="4865827"/>
            <a:ext cx="475488" cy="9253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69 %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Mabex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Atteindre un ROAS d'au moins 10 (idéalement 12).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La plomberie clique le plus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 groupe plomberie atteint 1,43 fois le CTR moyen. L'annonce sur les colliers monobloc Nicoll atteint 2,35 fois.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Donner plus de place à la plomberie et au chauffe-eau dans la diffusion.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packs d'outils séduisent les pros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packs d'outils électroportatifs (Milwaukee, Makita, Dewalt…) atteignent 1,87 fois la moyenne, avec la livraison offerte dès 120 € HT.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Mettre en avant les packs chantier et la livraison offerte.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interrupteurs restent un point fort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commandes d'éclairage Schneider Odace atteignent 1,36 fois la moyenne.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Conserver l'électricité comme univers clé de la campagne.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Revoir les fiches produit génériques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annonces au format « Référence + Tout l'équipement pro au meilleur prix » restent sous la moyenne (veste haute visibilité 0,52 fois, radiateur 0,58 fois).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Décrire le bénéfice pour le chantier plutôt que la seule référence.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