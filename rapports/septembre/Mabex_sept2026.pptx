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313 395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426 644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+379 %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2 085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À compléter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non disponible pour Mabex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Électricité, interrupteurs et prises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Chauffe-eau et eau chaude · 20 %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Chauffage et radiateurs · 16 %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EPI et vêtements de sécurité · 3 %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Outillage et plomberie · &lt; 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450080"/>
            <a:ext cx="475488" cy="81808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450080"/>
            <a:ext cx="475488" cy="81808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268163"/>
            <a:ext cx="475488" cy="268224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536387"/>
            <a:ext cx="475488" cy="21457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5750966"/>
            <a:ext cx="475488" cy="4023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ROAS d'au moins 10 (idéalement 12).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Diffusion multipliée par 3,6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passent de 87 399 à 313 395 (+259 %) et les clics de 348 à 1 668 (+379 %). Le CTR progresse de 0,40 % à 0,53 %.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 avec le rapport d'insights de septembre.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Mesurer les ventes pour piloter le ROAS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Aucune conversion n'est remontée en septembre : le ROAS cible (≥ 10) ne peut pas encore être mesuré.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des ventes avec Mabex.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 non disponible pour Mabex.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 non disponible pour Mabex.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