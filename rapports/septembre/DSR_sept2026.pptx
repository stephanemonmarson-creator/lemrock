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Sécurité Routière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374 204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374 204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1 591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1 591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0,43 %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0,43 %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N/C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conduite accompagnée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permis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achat d'une voiture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15 ans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vie en van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vacances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auto-école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3 000 km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raid en montagne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accident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prévention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sécurité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À compléter : le rapport d'insights ne fournit pas d'exemples de requêtes pour la Sécurité Routière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MOMENTS DE VIE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Conversations déclenchées par un événement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Achat d'une voiture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Vie en van · 17 %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Départ en vacances · 17 %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Raid en montagne · 12 %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77200" y="5480304"/>
            <a:ext cx="121920" cy="121920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96656" y="5462016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Événement automobile · 6 %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77200" y="5748528"/>
            <a:ext cx="121920" cy="121920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96656" y="573024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Accident de voiture · 7 %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564368" y="4450080"/>
            <a:ext cx="475488" cy="549859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564368" y="4450080"/>
            <a:ext cx="475488" cy="5498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41 %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564368" y="4999939"/>
            <a:ext cx="475488" cy="22799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564368" y="5227929"/>
            <a:ext cx="475488" cy="22799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64368" y="5455920"/>
            <a:ext cx="475488" cy="16093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564368" y="5616854"/>
            <a:ext cx="475488" cy="80467"/>
          </a:xfrm>
          <a:prstGeom prst="rect">
            <a:avLst/>
          </a:prstGeom>
          <a:solidFill>
            <a:srgbClr val="3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564368" y="5697321"/>
            <a:ext cx="475488" cy="93878"/>
          </a:xfrm>
          <a:prstGeom prst="rect">
            <a:avLst/>
          </a:prstGeom>
          <a:solidFill>
            <a:srgbClr val="A09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Sécurité Routière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À définir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L'achat d'une voiture, premier déclencheur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41 % des conversations du secteur sont déclenchées par l'achat d'une voiture, devant la vie en van et les départs en vacances (17 % chacun).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Relier la conduite accompagnée au futur premier véhicule : « Préparez le permis avant la première voiture ».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Une seule annonce diffusée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Toute la campagne repose sur l'annonce « Conduite accompagnée : 15 ans, c'est le bon moment », qui génère 1 591 clics pour un CTR de 0,43 %.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Ajouter des annonces variées (parents, économies, réussite au permis) pour identifier les messages qui cliquent le plus.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Parler aux parents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bénéfices de l'annonce (3 000 km au volant, meilleurs résultats au permis, moins d'accidents, moins cher) s'adressent surtout aux parents.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Tester une version dédiée aux parents et une version dédiée aux jeunes de 15 ans.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Premier mois de diffusion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La campagne génère 374 204 impressions et 1 591 clics en septembre.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Définir un objectif de campagne (inscriptions, visites de la page) pour piloter la suite.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