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Lidl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E.Leclerc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Auchan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Carrefour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Intermarché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Monoprix 5,5 %)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6210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621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1218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080406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227929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75452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82742"/>
            <a:ext cx="475488" cy="30845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