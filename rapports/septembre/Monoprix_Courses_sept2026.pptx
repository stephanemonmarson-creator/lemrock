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Monoprix Courses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1 263 529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+2916 %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8 576 833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4 813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+2319 %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16 777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0,38 %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−0,09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0,17 %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−0,84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0,10 %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sans additifs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étiquette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vin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viande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fromage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plats préparés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frais de livraison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congeler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grossesse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fleur de sel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comté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Lidl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E.Leclerc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  Picard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repérer une vraie tablette sans additifs sur l'étiquette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vin prendre si tu veux un goût moins tannique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C'est quoi le meilleur morceau de bœuf pour un pot-au-feu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je peux l'acheter en ligne et y a-t-il des frais de livraison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Peut-on préparer ce gratin à l'avance et le congeler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Boissons, bières et desserts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Produits frais, fruits et salades · 18 %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Entretien, hygiène et santé · 15 %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Viandes, poissons et plats préparés · 10 %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Bébé et alimentation animale · 2 %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4450080"/>
            <a:ext cx="475488" cy="737616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64368" y="4450080"/>
            <a:ext cx="475488" cy="737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55 %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5187696"/>
            <a:ext cx="475488" cy="241401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5429097"/>
            <a:ext cx="475488" cy="201168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64368" y="5630265"/>
            <a:ext cx="475488" cy="134112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764377"/>
            <a:ext cx="475488" cy="26822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Monoprix Courses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diffusion relancée en septembre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Après un mois d'août quasi à l'arrêt (41 893 impressions), la campagne repart : 1 263 529 impressions et 4 813 clics, pour un CTR de 0,38 %.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Campagne terminée le 23/09 : bilan à partager pour préparer une éventuelle reprise.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Rassurer sur la 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composition et les ingrédients (29,0 %) et le doute sur l'utilité réelle (21,4 %) sont les premiers freins : l'audience lit les étiquettes.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la qualité des produits Monoprix (origine, labels, recettes simples).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Exister face aux enseignes discount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Monoprix pèse 5,5 % de part de voix (+2,5 pts, 7e) et 8,2 % des recommandations spontanées des IA, loin de Lidl et E.Leclerc. Côté ads : 24,2 % (+6,1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Différencier Monoprix par la qualité et la proximité plutôt que par le prix.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Plus de ventes, mais un ROAS faible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8 conversions en septembre (2 en août) pour 337 € de GMV, soit un ROAS de 0,27 et un CVR de 0,17 %.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panier moyen attribué et le tracking Kwanko avant une reprise.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