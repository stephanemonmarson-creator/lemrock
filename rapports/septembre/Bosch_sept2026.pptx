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Bosch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351 012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4837"/>
                </a:solidFill>
                <a:latin typeface="Arial"/>
              </a:rPr>
              <a:t>▼ −44 %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1 531 995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1 740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+20 %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4 227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0,50 %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+0,27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0,28 %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lave-vaisselle 60 cm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silencieux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rapport qualité-prix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encastrable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bandeau apparent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fiabilité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moins de 600 €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Black Friday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four à pyrolyse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induction</a:t>
            </a:r>
            <a:r>
              <a:rPr sz="1100" b="1" i="0">
                <a:solidFill>
                  <a:srgbClr val="EE6A2C"/>
                </a:solidFill>
                <a:latin typeface="Arial"/>
              </a:rPr>
              <a:t>   airfryer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pompe à chaleur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compatibilité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Je veux un lave-vaisselle 60 cm à bandeau apparent à ~500 €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Un lave-vaisselle bon rapport qualité-prix pour moins de 600 € 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L'entretien et la fiabilité sont-ils simples sur le long terme 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37888" y="536448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59808" y="536448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91456" y="536448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Est-ce qu'il vaut mieux attendre le Black Friday ?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37888" y="573024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9808" y="573024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91456" y="573024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 four à pyrolyse pour une famille de 4 personnes ?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Comparaison marques et modèles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Encastrables et intégrables · 7 %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492556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Compacts et largeur 45 cm · &lt; 1 %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96656" y="519379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Grande capacité et 60 cm · 47 %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77200" y="5480304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96656" y="5462016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Lave-vaisselle silencieux · &lt; 1 %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77200" y="5748528"/>
            <a:ext cx="121920" cy="12192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296656" y="573024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Lave-vaisselle connectés · &lt; 1 %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564368" y="4450080"/>
            <a:ext cx="475488" cy="61691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564368" y="4450080"/>
            <a:ext cx="475488" cy="6169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46 %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564368" y="5066995"/>
            <a:ext cx="475488" cy="93878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564368" y="5160873"/>
            <a:ext cx="475488" cy="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564368" y="5160873"/>
            <a:ext cx="475488" cy="630326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564368" y="5160873"/>
            <a:ext cx="475488" cy="6303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47 %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564368" y="5791200"/>
            <a:ext cx="475488" cy="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564368" y="5791200"/>
            <a:ext cx="475488" cy="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Bosch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Mettre en avant les modèles encastrables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lave-vaisselle tout encastrables et semi-encastrables atteignent 1,28 fois le CTR moyen. Ils ne représentent pourtant que 7 % de la diffusion.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Augmenter la part des modèles encastrables dans la diffusion.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Les modèles d'entrée de gamme cliquent le mieux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Série 2 sont en tête (jusqu'à 1,41 fois la moyenne). Plusieurs Série 4 restent sous la moyenne (0,60 à 0,71 fois).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Mettre en avant les Série 2 avec un argument prix, et les Série 4 avec un bénéfice précis.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 silence est un argument fort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 modèle pose libre à 38 dB fait partie des meilleures annonces (1,30 fois la moyenne).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Mettre le niveau sonore en avant dans les accroches, surtout pour les cuisines ouvertes.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Préparer le Black Friday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10,6 % des freins exprimés portent sur l'attente d'une promotion. Le CTR passe de 0,23 % à 0,50 %.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Préparer des messages promotionnels dès début novembre.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