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351 012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1 531 995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4 227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lave-vaisselle 60 cm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silencieux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rapport qualité-prix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encastrable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bandeau apparent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fiabilité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moins de 600 €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Black Friday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four à pyrolyse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induction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airfryer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pompe à chaleur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compatibilité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veux un lave-vaisselle 60 cm à bandeau apparent à ~500 €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lave-vaisselle bon rapport qualité-prix pour moins de 600 €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L'entretien et la fiabilité sont-ils simples sur le long terme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Est-ce qu'il vaut mieux attendre le Black Friday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four à pyrolyse pour une famille de 4 personnes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Comparaison marques et modèles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Encastrables et intégrables · 25 %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Compacts et largeur 45 cm · 13 %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Grande capacité et 60 cm · 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silencieux · 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connectés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72420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724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54 %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174284"/>
            <a:ext cx="475488" cy="33528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5174284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509564"/>
            <a:ext cx="475488" cy="174345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683910"/>
            <a:ext cx="475488" cy="6705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50966"/>
            <a:ext cx="475488" cy="4023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prix et dimensions sur le lave-vaisselle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lave-vaisselle pèse 4,6 % des produits nommés, mais les requêtes sont très précises : largeur 60 cm, bandeau apparent, budget autour de 500 à 600 €.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du format et du prix : « Lave-vaisselle Bosch 60 cm à moins de 600 €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Lever les freins avant l'achat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doute sur l'utilité réelle (26,7 %), le prix (20,6 %), la compatibilité avec la cuisine (14,0 %) et la fiabilité (12,1 %) sont les premiers freins exprimés.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économies d'eau et d'énergie, les dimensions d'encastrement et la durabilité de la marque.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Convertir la recommandation spontanée des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Bosch est la 2e marque recommandée spontanément par les IA (17,8 %, +4,5 pts), juste derrière Samsung. Sa part de voix publicitaire reste faible à 4,2 % (+2,0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ads sur les topics électroménager pour capter cette préférence vers l'offre Cdiscount.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le Black Friday dès maintenant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10,6 % des freins exprimés portent sur l'attente d'une promotion, par exemple le Black Friday. Le CTR passe de 0,23 % à 0,50 % malgré 44 % d'impressions en moins.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dès début novembre des messages promotionnels pour capter les acheteurs qui attendent le bon moment.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