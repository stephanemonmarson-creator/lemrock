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222 268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+177 %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302 404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1 136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+245 %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1 465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0,51 %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+0,10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0,48 %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sans alcool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 vin</a:t>
            </a:r>
          </a:p>
          <a:p>
            <a:pPr algn="l">
              <a:spcAft>
                <a:spcPts val="500"/>
              </a:spcAft>
            </a:pPr>
            <a:r>
              <a:rPr sz="1600" b="1" i="0">
                <a:solidFill>
                  <a:srgbClr val="555B66"/>
                </a:solidFill>
                <a:latin typeface="Arial"/>
              </a:rPr>
              <a:t>café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 tisane sans caféine</a:t>
            </a:r>
          </a:p>
          <a:p>
            <a:pPr algn="l">
              <a:spcAft>
                <a:spcPts val="500"/>
              </a:spcAft>
            </a:pPr>
            <a:r>
              <a:rPr sz="1400" b="1" i="0">
                <a:solidFill>
                  <a:srgbClr val="EE6A2C"/>
                </a:solidFill>
                <a:latin typeface="Arial"/>
              </a:rPr>
              <a:t>mocktail</a:t>
            </a:r>
            <a:r>
              <a:rPr sz="1300" b="0" i="0">
                <a:solidFill>
                  <a:srgbClr val="555B66"/>
                </a:solidFill>
                <a:latin typeface="Arial"/>
              </a:rPr>
              <a:t>    eau gazeuse</a:t>
            </a:r>
          </a:p>
          <a:p>
            <a:pPr algn="l">
              <a:spcAft>
                <a:spcPts val="500"/>
              </a:spcAft>
            </a:pPr>
            <a:r>
              <a:rPr sz="1200" b="1" i="0">
                <a:solidFill>
                  <a:srgbClr val="EE6A2C"/>
                </a:solidFill>
                <a:latin typeface="Arial"/>
              </a:rPr>
              <a:t>lait végétal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 jus d'orange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kéfir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microbiote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 sans pesticides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eau citronnée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chia fresca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Ciao Kombucha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 Karma Kombucha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Comment faire une version sans alcool de l'Americano ?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Y a-t-il des alternatives sans alcool qui gardent le même goût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Quelle tisane sans caféine me recommandes-tu pour le soir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Les jus de fruits maison sont-ils vraiment plus sains ?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37888" y="573024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59808" y="573024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791456" y="573024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Lait ribot, yaourt ou kéfir : quoi choisir pour le microbiote 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96656" y="438912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Vins, bières et spiritueux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296656" y="4657344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Jus, sodas et boissons · 19 %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296656" y="4925568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Café, thé et infusions · 15 %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96656" y="5193792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Eaux plates et gazeuses · 13 %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96656" y="5462016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Laits et laits végétaux · 13 %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96656" y="5730240"/>
            <a:ext cx="20726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Cocktails et sans alcool · 7 %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564368" y="4450080"/>
            <a:ext cx="475488" cy="44256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33 %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10564368" y="4892649"/>
            <a:ext cx="475488" cy="254812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564368" y="5147462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348630"/>
            <a:ext cx="475488" cy="174345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10564368" y="5522976"/>
            <a:ext cx="475488" cy="174345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10564368" y="5697321"/>
            <a:ext cx="475488" cy="93878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Archipel Kombucha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Rassurer sur la composition et les bienfaits réels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Deux freins seulement ressortent avant l'achat : la composition et les ingrédients (54,6 %) et le doute sur l'utilité réelle des boissons « santé » (45,4 %).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 bio, la liste courte d'ingrédients et la fermentation naturelle, avec un bénéfice concret plutôt qu'une promesse santé générale.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Se positionner comme l'alternative sans alcool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 vin est le premier produit nommé (16,3 %). Les requêtes cherchent des alternatives sans alcool « qui gardent le même goût » : mocktails, Americano sans alcool, digestif sans alcool.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Présenter Archipel comme la boisson de l'apéritif et du repas sans alcool : « Une alternative pétillante au verre de vin ».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Reprendre de la part de voix face à Ciao Kombucha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Archipel recule à 4,8 % de part de voix (−0,8 pt, 6e marque) et à 9,6 % côté ads (−11,1 pts). Ciao Kombucha domine avec 57,1 % et reste n°1 des recommandations spontanées des IA.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Élargir les topics ciblés pour regagner de la présence publicitaire, et enrichir les contenus de marque pour être cité spontanément.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Capter une demande encore ouverte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Seulement 1,4 % des recherches nomment une marque : l'audience ne connaît pas encore de référence. Sur le mois, la diffusion est multipliée par 2,8 et le CTR passe de 0,41 % à 0,51 %.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Cibler les requêtes génériques (tisane du soir, boisson peu sucrée, pause sans café) avec un parfum associé à chaque occasion.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