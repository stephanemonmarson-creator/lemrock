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Archipel Kombucha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222 268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+177 %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302 404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1 136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1 465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+0,10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E6A2C"/>
                </a:solidFill>
                <a:latin typeface="Arial"/>
              </a:rPr>
              <a:t>kombucha bio</a:t>
            </a:r>
            <a:r>
              <a:rPr sz="1800" b="1" i="0">
                <a:solidFill>
                  <a:srgbClr val="111111"/>
                </a:solidFill>
                <a:latin typeface="Arial"/>
              </a:rPr>
              <a:t>   sans alcool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boissons fermentées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33 cl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cassis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figuier</a:t>
            </a:r>
            <a:r>
              <a:rPr sz="1200" b="1" i="0">
                <a:solidFill>
                  <a:srgbClr val="111111"/>
                </a:solidFill>
                <a:latin typeface="Arial"/>
              </a:rPr>
              <a:t>   clémentine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pomelo gingembre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framboise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apéritif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mocktail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pack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direct producteur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fraîcheur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faire une version sans alcool de l'Americano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Y a-t-il des alternatives sans alcool qui gardent le même goût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C'est quoi le meilleur mocktail pour les femmes enceintes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Thés, infusions et plantes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Cocktails et boissons sans alcool · 22 %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Bienfaits et santé · 18 %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Recettes et fermentation maison · 12 %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450080"/>
            <a:ext cx="475488" cy="64373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4368" y="4450080"/>
            <a:ext cx="475488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48 %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64368" y="5093817"/>
            <a:ext cx="475488" cy="29504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388864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630265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Archipel Kombucha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de boissons fermentées sans alcool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Boissons fermentées sans alcool » atteint 1,53 fois le CTR moyen, le meilleur score du mois.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l'alternative sans alcool au cœur des accroches : apéritif, repas, pause.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formats 33 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packs de 12 kombuchas de 33 cl dépassent la moyenne (jusqu'à 1,30 fois). Le pack de 6 bouteilles de 75 cl tombe à 0,66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Faire des formats 33 cl le produit d'appel et garder les 75 cl pour la page produit.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le cassis et le pomelo gingembre en avant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pomelo gingembre (1,23 fois le CTR moyen) et cassis (1,15 fois) font mieux que la moyenne. Framboise, figuier et clémentine restent juste en dessous (0,93 fois).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visibilité au cassis et au pomelo gingembre.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campagne qui accélère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sont multipliés par 3,5 et le CTR passe de 0,41 % à 0,51 %.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ciblage actuel et renforcer le message sans alcool à l'approche des fêtes.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