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Vins, bières et spiritueux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Jus, sodas et boissons fruitées · 19 %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Café, thé et infusions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Eaux plates et gazeuses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Laits et laits végétaux · 13 %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Cocktails et sans alcool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92649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47462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74345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