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 pack de 12 canettes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canettes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 la canette le produit d'appel et garder les grands formats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Associer le parfum à une sensation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descriptions qui décrivent le goût (« bouche très fraîche », « notes exotiques ») cliquent mieux que les descriptions courtes. Le kombucha framboise reste sous la moyenne (0,73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chaque parfum par la sensation qu'il procure plutôt que par sa recette.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