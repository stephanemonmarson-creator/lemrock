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Marshall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498 934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+15 %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1 490 670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1 862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+88 %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3 995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0,37 %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+0,14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0,27 %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enceinte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casque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platine vinyle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ampli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budget 200 €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sans fil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home cinéma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DAB+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étudiant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vacances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French Days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Sony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JBL</a:t>
            </a:r>
            <a:r>
              <a:rPr sz="1100" b="0" i="0">
                <a:solidFill>
                  <a:srgbClr val="111111"/>
                </a:solidFill>
                <a:latin typeface="Arial"/>
              </a:rPr>
              <a:t>   Bose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Une enceinte pour la radio et Deezer avec un bon son, budget max 550 €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 casque le plus approprié si je ne veux pas dépasser 200 €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Si je reste à 400 €, quelle platine sans enceintes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Ça vaut le coup d'acheter des écouteurs filaires aujourd'hui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Quelles sont les meilleures offres sur les enceintes pour les French Days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Hi-fi (amplis, lecteurs, composants)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Casques et écouteurs · 20 %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Enceintes · 18 %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Home cinéma et récepteurs · 12 %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462016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Platines vinyle · 11 %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96656" y="573024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Micros et radios · 8 %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4368" y="4450080"/>
            <a:ext cx="475488" cy="415747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64368" y="4450080"/>
            <a:ext cx="475488" cy="4157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31 %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564368" y="4865827"/>
            <a:ext cx="475488" cy="268224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564368" y="5134051"/>
            <a:ext cx="475488" cy="241401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564368" y="5375452"/>
            <a:ext cx="475488" cy="16093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564368" y="5536387"/>
            <a:ext cx="475488" cy="147523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64368" y="5683910"/>
            <a:ext cx="475488" cy="107289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Marshall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Cibler les moments vacances et étudiants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départ en vacances (25,4 %) et l'équipement d'un étudiant (20,6 %) sont les deux premiers déclencheurs de conversation.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les enceintes nomades pour les vacances et les casques pour la vie étudiante.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Rassurer sur l'utilité, la compatibilité et le prix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trois premiers freins se valent : utilité réelle (23,3 %), compatibilité (22,1 %) et prix (21,7 %), souvent avec un budget précis (200 €, 400 €, 550 €).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Afficher le prix et la compatibilité (Bluetooth, smartphone, platine) directement dans l'accroche.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marque qui progresse dans les réponses des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Marshall est 5e en part de voix (8,1 %, +2,1 pts) et 4e des recommandations spontanées des IA (10,1 %, +4,5 pts). Côté ads : 14,5 % (+10,6 pts).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Poursuivre la montée en présence ads pour passer devant Bose et JBL.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Clics presque doublés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clics passent de 991 à 1 862 (+88 %) pour 15 % d'impressions en plus. Le CTR passe de 0,23 % à 0,37 %.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Garder le ciblage et tester des accroches « son vintage » sur les enceintes et platines.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