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mes pneus toutes saisons suffisent pour la loi montagne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3PMSF recommandes-tu pour la MG4 EV Urban en 2026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recommanderais-tu pour améliorer les distances de freinage à 130 km/h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 :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 des annonces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plupart des annonces utilisent la même description (« Leader de la vente de pneus pas chers en ligne ») et restent dans la moyenne.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avec un bénéfice précis : adhérence sous la pluie, conformité loi montagne, montage à domicile.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kombucha bio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alcool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boissons fermentées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33 cl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cassis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figuier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clémentine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pomelo gingembre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framboise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apéritif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mocktail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pack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direct producteur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fraîcheur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meilleur mocktail pour les femmes enceintes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formats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des formats 33 cl le produit d'appel et garder les 75 cl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le cassis et le pomelo gingembre en avant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pomelo gingembre (1,23 fois le CTR moyen) et cassis (1,15 fois) font mieux que la moyenne. Framboise, figuier et clémentine restent juste en dessous (0,93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 cassis et au pomelo gingembre.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campagne qui accélère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renforcer le message sans alcool à l'approche des fêtes.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Jordan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Nike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genouillères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ballon de basket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maillots NBA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survêtements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Air Force 1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short de compression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Équipe de France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Paris Basketball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McDavid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enfant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sneakers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accessoires et les protections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accessoires (1,12 fois le CTR moyen), les ballons (1,20 fois) et les protections (1,05 fois) font mieux que la moyenne. Le ballon Nike Skills enfant atteint 1,36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accessoires et petits équipements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Renvoyer vers des fiches produit plutôt que des pages catégorie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renvoient vers une fiche produit atteignent 1,06 fois le CTR moyen, contre 0,86 fois pour celles qui renvoient vers une page catégorie (survêtements, casquettes, maillots Paris Basketball).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Remplacer les annonces catégorie par des produits précis du flux.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sneakers lifestyle tiennent leur rang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chaussures et sneakers dépassent la moyenne (jusqu'à 1,11 fois), avec des modèles comme l'adidas Yung-1 ou la Puma Platform Elements.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modèles iconiques et les nouveautés lifestyle.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1 083 à 3 198 pour 33 % d'impressions en plus. Le CTR passe de 0,20 % à 0,45 %.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concentrer le budget sur les catégories qui cliquent le plus.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abonnement magazine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J'aime lire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Pomme d'Api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Phosphore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Images Doc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Popi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I Love English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So Foot 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Okapi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Astrapi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Youpi Doc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livré à la maison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numérique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m'abonne pour accéder aux numéros numériques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reçois le magazine papier chez moi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en audiobook ou mieux en lecture papier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40 %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892649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4999939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magazines 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magazines pour adolescents (Phosphore, Okapi, So Foot Club, Je bouquine) atteignent 1,39 fois le CTR moyen. Phosphore atteint même 2,23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titres ados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magazines documentaires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Images Doc (magazine découvertes 8-12 ans) atteint 2,28 fois le CTR moyen, le meilleur score de la campagne.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titres qui aident à comprendre le monde.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annonces petite enfance et génériques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L'éveil et la petite enfance représentent 40 % de la diffusion mais restent à 0,92 fois la moyenne (Les Belles Histoires 0,62 fois, Babar 0,67 fois). Les annonces génériques sont à 0,89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Parler aux parents d'un moment précis (histoire du soir, premiers apprentissages) plutôt que de l'abonnement en général.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la campagne au-delà du 11/10, pour la période des cadeaux de fin d'année.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lave-vaisselle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pose libre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60 cm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45 cm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Série 2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Série 4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EcoSilence Drive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tiroir à couverts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13 couverts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14 couverts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livraison gratuite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Black Friday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veux un lave-vaisselle 60 cm à bandeau apparent à ~500 €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bon rapport qualité-prix pour moins de 600 €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L'entretien et la fiabilité sont-ils simples sur le long terme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Est-ce qu'il vaut mieux attendre le Black Friday 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marques et modèles · 5 %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46 %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15 %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34 %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564368" y="4450080"/>
            <a:ext cx="475488" cy="670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134051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modèles Série 2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lave-vaisselle Série 2 atteignent 1,06 fois le CTR moyen, contre 0,95 fois pour les Série 4. Le Série 2 tout encastrable SMV2HTX02E atteint 1,41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Série 2 avec un argument 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écarts forts d'un modèle à l'autre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Avec la même description, les modèles vont de 0,60 fois (Série 4 SBV4HCX07E) à 1,41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la diffusion sur les modèles qui cliquent le plus et retirer les moins performants.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52 des 53 annonces utilisent la même description (« Cdiscount Electroménager - Découvrez notre offre… »), qui reprend la fiche technique.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centrées sur un bénéfice (silence en cuisine ouverte, gain de place, économie d'eau).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promotion. Le CTR passe de 0,23 %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des messages promotionnels dès début novembre.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forfait mobile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sans engagement</a:t>
            </a:r>
            <a:r>
              <a:rPr sz="1500" b="0" i="0">
                <a:solidFill>
                  <a:srgbClr val="555B66"/>
                </a:solidFill>
                <a:latin typeface="Arial"/>
              </a:rPr>
              <a:t>      eSIM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40 Go</a:t>
            </a:r>
            <a:r>
              <a:rPr sz="1300" b="1" i="0">
                <a:solidFill>
                  <a:srgbClr val="111111"/>
                </a:solidFill>
                <a:latin typeface="Arial"/>
              </a:rPr>
              <a:t>   150 Go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5G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carte SIM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code RIO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portabilité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activation immédiate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partage de connexion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roaming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meilleur prix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départ en vacances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mobile sans engagement choisir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utiliser une eSIM avec Cdiscount Mobile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conserver mon numéro en changeant d'opérateur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pour faire du partage de connexion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prendre pour partir en vacances à l'étranger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forfaits 40 Go et 150 Go font jeu égal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(deux tiers de la diffusion) et le forfait 150 Go obtiennent le même CTR (0,99 à 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d'appel, au prix le plus bas.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 : elles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1,30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Club Med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Pierre &amp;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billets d'avion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Transavia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 cabine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trousse de toilette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Center Parcs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TUI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Lastminute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ou prix pour une pochette Faraday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billets d'avion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SNCF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easyJet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Transavia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sac cabine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Air France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trousse de toilette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Volotea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Skyscanner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Kayak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sacoches Faraday disponibles.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garder la poussette jusqu'à la porte d'embarquement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matériel puériculture vraiment indispensable pour un nouveau-né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affecte les dents si bébé garde la tétine trop longtemps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L'achat d'une voiture, premier déclencheur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41 % des conversations du secteur sont déclenchées par l'achat d'une voiture, devant la vie en van et les départs en vacances (17 % chacun).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Relier la conduite accompagnée au futur premier véhicule : « Préparez le permis avant la première voiture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FidMe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fitted tops to go with these grey jeans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Where can I find comfortable tulip jeans with a little stretch?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complete outfit ideas with a long denim skirt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What's the real difference between a softshell and a puffer jacket?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Can I wear these shorts to the office without looking too casual?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prises connectées compatibles avec ma box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puissance de prise renforcée recommandes-tu pour un usage quotidien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protéger les canalisations et la pompe contre le gel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risques pour les tuyaux PVC à long terme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me recommander un bon humidimètre pour bois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Une enceinte pour la radio et Deezer avec un bon son, budget max 550 €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le plus approprié si je ne veux pas dépasser 200 €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Si je reste à 400 €, quelle platine sans enceintes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d'acheter des écouteurs filaires aujourd'hui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sont les meilleures offres sur les enceintes pour les French Days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coupe de robe convient le mieux aux petites poitrines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 choisir pour un look mariage avec un ensemble vichy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collants opaques tu recommandes pour l'hiver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ces Skechers et la livraison la plus rapide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91 % des conversations partent d'un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presque toutes les conversations du secteur.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résidence à une période de départ : Noël, vacances d'hiver, week-ends prolongés.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 sel marin, fleur de sel : c'est juste du marketing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mentions « vierge extra » sont-elles vraiment fiables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un chocolat est vraiment bio ou équitable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de septembre porte sur les smartphones reconditionnés, pas sur la photo d'identité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trajets vers Paris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Lille – Paris, Marseille – Paris et Lyon – Paris atteignent plus de 1,3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trajets retour vers Paris.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Paris – Rennes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Rennes représente 23 % de la diffusion mais reste à 0,54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Rééquilibrer la diffusion vers les liaisons qui cliquent le plus (Lyon, Toulouse, Lille).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liaisons internationales intéressent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Barcelone (1,17 fois) et Paris – Amsterdam (1,10 fois) dépassent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davantage de liaisons internationales.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30/09, la campagne génère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