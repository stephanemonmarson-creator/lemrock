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Aider les plus grands à comprendre le monde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titres d'actualité et de découverte pour les plus grands cliquent le plus : Images Doc (8-12 ans) atteint 2,28 fois le CTR moyen et Phosphore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promesse « comprendre l'actualité et le monde » pour les collégiens et lycéens.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ados, un relais de croissance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titres pour adolescents (Phosphore, Okapi, Je bouquine, So Foot Club, J'aime lire Max) atteignent 1,36 fois le CTR moyen, pour seulement 16 %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L'anglais perd son angle ludique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I Love English restent à 0,88 fois le CTR moyen. Elles décrivent le magazine, alors qu'en août l'accroche « apprendre l'anglais en s'amusant » atteignait 2,77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Revenir à la promesse d'août : apprendre l'anglais en s'amusant, par âge.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Partir du moment, pas de l'abonnement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petite enfance (41 % de la diffusion) et génériques restent sous la moyenne, à 0,92 et 0,89 fois. Les Belles Histoires et Babar sont à 0,89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les moments qui cliquaient en août : histoire du soir, apprentissage de la lecture, cadeau.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