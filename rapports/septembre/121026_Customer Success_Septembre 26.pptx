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159 222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2 080 671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4 315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kit anti-crevaison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Jantes et roues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Crevaison et dépannage · 7 %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été et toutes saisons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connectés ·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35219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36387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50966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 (automobilistes, motards, cyclistes) avec un CPA cible de 10 €.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8,9 % des produits nommés, avec des questions sur la loi montagne et le marquage 3PMSF.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lors d'une reprise de campagne.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citent des modèles électriques (Zoé, MG4 EV) et l'impact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dédiées aux pneus pour véhicules électriques.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Norauto et Michelin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1001 Pneus pèse 1,8 % de part de voix (+1,2 pt, 8e) et reste sous 0,1 % des recommandations spontanées des IA. Côté ads : 1,6 % (−21,1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la présence ads avant la saison 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puis arrêtée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du 01 au 10/09 : 159 222 impressions et 781 clics (+292 %),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Affilae et préparer la reprise pour viser le CPA cible de 10 €.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Jantes et roues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Crevaison et dépannage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été et toutes saisons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connectés ·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35219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36387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436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50966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dès maintenant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 en septembre. Les questions sur la loi montagne, le marquage 3PMSF et la comparaison Michelin Alpin / Continental WinterContact se multiplient.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: conformité loi montagne, comparatifs de modèles, montage avant les premiers froids.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conducteurs de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 nombreuses requêtes citent un modèle électrique (Zoé 2020, MG4 EV Urban) ou s'interrogent sur l'impact des pneus ou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campagne dédiée « pneus VE » : autonomie, silence de roulement et dimensions compatibles par modèle.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Transformer la visibilité payante en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pts, 5e enseigne) et 21,3 % côté ads (+7,0 pts), mais reste sous 0,1 % dans les recommandations spontanées des IA, loin de Michelin et Norauto.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publicitaire et enrichir les contenus de marque (guides, fiches produits) pour être cité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à des questions plus longues et plus précises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shopping passent à 12,5 mots en moyenne (+42,7 %). Trois conversations sur quatre sont déclenchées par l'achat d'une voiture. Le CTR passe de 0,15 % à 0,40 % sur le mois.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les accroches par véhicule et par dimension : « Quels pneus pour votre nouvelle voiture ? », puis la référence adaptée.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Vins, bières et spiritueux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Jus, sodas et boissons · 19 %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Café, thé et infusions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Eaux plates et gazeuses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Laits et laits végétaux · 13 %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Cocktails et sans alcool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92649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47462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74345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de ville et mode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Running et chaussures de sport · 12 %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Baskets et sneakers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Outdoor et montagne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basket-ball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02275"/>
            <a:ext cx="475488" cy="16093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70499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Livres papier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Livres · 28 %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Journaux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· 7 %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Livres audio et e-books · 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74284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174284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54979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43676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 culinaire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Cuisson · 17 %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Entretien sols et linge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Confort de la maison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Lavage (dont lave-vaisselle)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Froid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46294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7428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Smartphones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mobiles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Téléphones fixes ·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2 717 814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0,08 %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Airbnb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Booking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Opodo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Club Med · 7 %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Pierre &amp; Vacances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(Cdiscount Voyages &lt; 0,1 %) · 26 %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879238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74284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268163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62041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442508"/>
            <a:ext cx="475488" cy="34869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442508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2 900 897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11 246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15 %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Transavia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(Cdiscount Vols &lt; 0,1 %)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879238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80406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268163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15686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Couches · 33 %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Biberons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puériculture · 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946294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946294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388864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Dealabs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iGraal · 15 %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Google Wallet · 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Joko · 5 %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Poulpeo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FidMe 0,7 %) · 13 %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174284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75452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82742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54979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765 216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−79 %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5 594 442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3 523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12 038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facturation électronique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Chorus Pro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Pennylane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Indy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Odoo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séparation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Shine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Tiime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Cegid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EBP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Iopole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Chorus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Pennylane · 12 %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Indy · 11 %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Odoo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Tiime · 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Iopole 0,2 %)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32883"/>
            <a:ext cx="475488" cy="16093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093817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241340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75452"/>
            <a:ext cx="475488" cy="93878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catégorie dominée par Chorus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Chorus Pro concentre 36,2 % des citations du secteur, devant Pennylane (11,7 %) et Indy (10,9 %). Iopole pèse 0,2 % (19e).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Iopole sur la réforme de la facturation électronique, en complément de Chorus Pro.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IA recommandent Sage et Shine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Sage (57,5 %) et Shine (37,8 %) captent presque toutes les recommandations spontanées des IA. Iopole y est sous 0,1 %.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Produire des contenus de référence (guides réforme 2026, comparatifs) pour être 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présence ads en recul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ads d'Iopole passe à 25,2 % (−30,3 pts) avec la baisse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une reprise avant les échéances de la réforme.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fin de campagne plus efficace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21/09 : 765 216 impressions (−79 %) et 3 523 clics (−45 %). Le CTR passe de 0,17 % à 0,46 %.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et proposer un renouvellement.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656 699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5 620 971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14 079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−0,13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cadeau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chaussures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rideaux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déménagement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plante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housses anti-acariens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IKEA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Kiabi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réveillon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Maisons du Monde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housses anti-acariens sont-elles vraiment efficaces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risques d'allergies avec des rideaux recyclés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de chaussures montantes conseilles-tu pour la randonnée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modèles de chaussures aquatiques fermées pour rochers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IKEA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Amazon · 32 %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Kiabi · 14 %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 Redoute · 6 %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Zalando · 4 %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9 %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4919472"/>
            <a:ext cx="475488" cy="42915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564368" y="4919472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4368" y="5348630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536387"/>
            <a:ext cx="475488" cy="8046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16854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des ventes avec un focus sur les nouveaux clients (~40 %) et les marques propres Fashion &amp;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ventes en hausse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13 conversions en septembre (9 en août) pour 779 € de GMV. Le ROAS passe de 0,62 à 0,95.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sur les catégories qui convertissent, en priorité les marques propres.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les moments de 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(18,3 %), le cadeau (12,8 %), les vacances (12,4 %) et le déménagement (8,0 %) déclenchent les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des accroches mode (tenue de mariage) et maison (déménagement, réveillon).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2e marque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Redoute est 2e des recommandations spontanées des IA (19,1 %), derrière Amazon, mais recule à 6,1 % de part de voix (−1,8 pt). Côté ads : 11,8 % (+4,8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pour convertir cette recommandation en ventes.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 et le prix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(21,8 %) et le prix (19,2 %) sont les premiers freins, devant la fiabilité (16,6 %).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matières et les retours gratuits.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961 503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jean tulipe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élasthanne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hauts ajustés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jupe en jean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jeans tulipe confortables avec un peu d'élasthanne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idées de tenues complètes avec la jupe en jean longue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vraie différence entre une softshell et une doudoune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porter ce short au bureau sans être trop décontractée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Hauts et pantalons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Vestes et plein air · 21 %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Sport et cyclisme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Robes et jupes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Lingerie et chaussettes · 12 %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8163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268163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442508"/>
            <a:ext cx="475488" cy="16093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03443"/>
            <a:ext cx="475488" cy="1877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jean comme pièce centrale du 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partent souvent du jean pour construire une tenue : hauts à associer, jupe en jean, jean tulipe avec élasthanne.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look complet : « Le 501 et le haut qui va avec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 501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représente 41,1 % des recherches qui nomment une marque, et le 501 Original Fit est le seul modèle cité.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du 501 le produit d'appel des campagnes.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3e marque, devant tous les spécialistes du jean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est 3e en part de voix (17,6 %, +5,7 pts), derrière Zara et Uniqlo. Dans les recommandations spontanées des IA, Levi's recule à 7,9 % (−4,4 pts). Côté ads : 14,1 % (−0,6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renforcer les contenus pour regagner les recommandations spontanées.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29 %, mais les clics progressent de 46 %. Le CTR passe de 0,22 %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décliner les accroches sur la saison froide (vestes, doudounes).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100 %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Hi-fi (amplis, lecteurs, composants)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écouteurs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Home cinéma et récepteurs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Platines vinyle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Micros et radios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1574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75452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36387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83910"/>
            <a:ext cx="475488" cy="107289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1 263 529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8 576 833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+2319 %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16 777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−0,09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0,17 %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−0,84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vin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viande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plats préparés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frais de livraison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congeler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grossesse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 de sel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Lidl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E.Leclerc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Picard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vin prendre si tu veux un goût moins tannique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morceau de bœuf pour un pot-au-feu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préparer ce gratin à l'avance et le congeler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Lidl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E.Leclerc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Auchan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Carrefour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Intermarché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Monoprix 5,5 %)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6210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621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1218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080406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227929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75452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82742"/>
            <a:ext cx="475488" cy="30845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en septembre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Après un mois d'août quasi à l'arrêt (41 893 impressions), la campagne repart : 1 263 529 impressions et 4 813 clics, pour un CTR de 0,38 %.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23/09 : bilan à partager pour préparer une éventuelle reprise.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(29,0 %) et le doute sur l'utilité réelle (21,4 %) sont les premiers freins : l'audience lit les étiquettes.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produits Monoprix (origine, labels, recettes simples).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enseignes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Monoprix pèse 5,5 % de part de voix (+2,5 pts, 7e) et 8,2 % des recommandations spontanées des IA, loin de Lidl et E.Leclerc. Côté ads : 24,2 %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Différencier Monoprix par la qualité et la proximité plutôt que par le prix.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Plus de ventes, mais un ROAS faible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 conversions en septembre (2 en août) pour 337 € de GMV, soit un ROAS de 0,27 et un CVR de 0,17 %.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panier moyen attribué et le tracking Kwanko avant une reprise.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Sport et plein air · 27 %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Montres et bijoux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· 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21808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Airbnb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Booking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Gîtes de France · 11 %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Abritel · 7 %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Pierre &amp; Vacances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35 %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853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1335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160873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54752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salée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Boulangerie et sucré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Plats préparés et autres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55920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Boursorama · 23 %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BNP Paribas · 14 %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Revolut Business · 10 %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Crédit Agricole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Banque Populaire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Qonto 1,5 %) · 34 %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58537"/>
            <a:ext cx="475488" cy="1877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46294"/>
            <a:ext cx="475488" cy="1341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08040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21451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1 144 223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4 649 681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5 969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13 056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+0,05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0,05 %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perceuse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visseuse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atelier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compresseur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scie-sabre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brushless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humidimètre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multimètre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Parkside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béton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élagage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outil Makita je devrais acheter en premier pour mon atelier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perceuse pour percer du béton et poser des étagères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perceuse visseuse idéale pour bricoler à la maison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compresseur 50 L suffit-il pour un usage domestique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la scie-sabre sans être bricoleur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Mesure et détection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Outils et coffrets · 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Électroportatif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88864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 premier équipement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portent souvent sur le premier outil à acheter : atelier, perceuse visseuse pour bricoler, compresseur pour un usage domestique.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les kits de démarrage Ryobi comme le bon premier achat.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à des bricoleurs non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questions montrent une audience peu experte : « Je peux utiliser la scie-sabre sans être bricoleur ? 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simplicité d'usage et la polyvalence de la batterie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Regagner face à Bosch et Parkside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Ryobi recule à 6,9 % de part de voix (−1,1 pt, 4e) et à 0,8 % des recommandations spontanées des IA, loin de Bosch (43,5 %) et Parkside (21,7 %). Côté ads : 8,2 % (−1,3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perceuse et visseuse lors d'une prochaine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dernier mois plus performant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24/09 : 5 969 clics (+222 %) et un CTR de 0,52 %. 3 conversions attribuées.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pour préparer un renouvellement.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iPhone 15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fiabilité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Galaxy S25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remplacement après panne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256 Go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prix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garantie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Back Market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Cdiscount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promotion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autre modèle. Il reste trop cher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Smartphones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mobiles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Téléphones fixes ·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là au moment du remplacement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L'équipement d'un enfant (29,9 %), l'achat d'un smartphone (17,8 %) et le remplacement après panne (17,7 %) déclenchent les conversations.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messages « remplacement rapide » et « premier smartphone pour votre enfant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fiabilité du reconditionné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fiabilité (16,5 %) et le prix (16,5 %) font partie des premiers freins, avec des questions directes sur les iPhone reconditionnés.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garantie, les tests réalisés et l'état du produit dans chaque 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notoriété face aux grandes plateformes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Smartphone ID reste sous 0,1 % de part de voix, face à Back Market (30,4 %) et Amazon (29,8 %). Côté ads : 10,4 % (−0,6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travailler la marque (avis clients, garantie)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6 %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FlixBus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201107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8046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69331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