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autonomie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kit anti-crevaison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toutes saisons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Jantes et roues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Crevaison et dépannage · 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été et toutes saisons · 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connectés ·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335219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36387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643676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50966"/>
            <a:ext cx="475488" cy="2682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dès maintenant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8,5 % des produits nommés en septembre. Les questions sur la loi montagne, le marquage 3PMSF et la comparaison Michelin Alpin / Continental WinterContact se multiplient.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: conformité loi montagne, comparatifs de modèles, montage avant les premiers froids.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conducteurs de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 nombreuses requêtes citent un modèle électrique (Zoé 2020, MG4 EV Urban) ou s'interrogent sur l'impact des pneus ou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campagne dédiée « pneus VE » : autonomie, silence de roulement et dimensions compatibles par modèle.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Transformer la visibilité payante en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Allo Pneus passe à 7,0 % de part de voix (+5,7 pts, 5e enseigne) et 21,3 % côté ads (+7,0 pts), mais reste sous 0,1 % dans les recommandations spontanées des IA, loin de Michelin et Norauto.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publicitaire et enrichir les contenus de marque (guides, fiches produits) pour être cité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à des questions plus longues et plus précises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shopping passent à 12,5 mots en moyenne (+42,7 %). Trois conversations sur quatre sont déclenchées par l'achat d'une voiture. Le CTR passe de 0,15 % à 0,40 % sur le mois.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les accroches par véhicule et par dimension : « Quels pneus pour votre nouvelle voiture ? », puis la référence adaptée.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Vins, bières et spiritueux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Jus, sodas et boissons · 19 %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Café, thé et infusions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Eaux plates et gazeuses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Laits et laits végétaux · 13 %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Cocktails et sans alcool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92649"/>
            <a:ext cx="475488" cy="25481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47462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4863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22976"/>
            <a:ext cx="475488" cy="174345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 et les bienfaits réels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Deux freins seulement ressortent avant l'achat : la composition et les ingrédients (54,6 %) et le doute sur l'utilité réelle des boissons « santé » (45,4 %).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bio, la liste courte d'ingrédients et la fermentation naturelle, avec un bénéfice concret plutôt qu'une promesse santé générale.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Se positionner comme l'alternative sans alcool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vin est le premier produit nommé (16,3 %). Les requêtes cherchent des alternatives sans alcool « qui gardent le même goût » : mocktails, Americano sans alcool, digestif sans alcool.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Archipel comme la boisson de l'apéritif et du repas sans alcool : « Une alternative pétillante au verre de vin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Reprendre de la part de voix face à Ciao Kombucha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Archipel recule à 4,8 % de part de voix (−0,8 pt, 6e marque) et à 9,6 % côté ads (−11,1 pts). Ciao Kombucha domine avec 57,1 % et reste n°1 des recommandations spontanées des 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pour regagner de la présence publicitaire, et enrichir les contenus de marque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Capter une demande encore ouverte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Seulement 1,4 % des recherches nomment une marque : l'audience ne connaît pas encore de référence. Sur le mois, la diffusion est multipliée par 2,8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requêtes génériques (tisane du soir, boisson peu sucrée, pause sans café) avec un parfum associé à chaque occasion.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de ville et mode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Running et chaussures de sport · 12 %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Baskets et sneakers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Outdoor et montagne · 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basket-ball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95219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9521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71 %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02275"/>
            <a:ext cx="475488" cy="16093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63209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70499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Recentrer la diffusion sur l'univers basket et sneakers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conversations captées portent à 71 % sur des chaussures de ville et de mode (mocassins, ballerines, bottines). Le basket-ball pèse moins de 1 % des produits nommés.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Resserrer les topics ciblés autour des sneakers, du basket et du streetwear pour toucher une audience plus proche du catalogue.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iconiques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Une recherche sur cinq (19,5 %) nomme déjà une marque ou un modèle : Air Force 1, Air Max 90, Cortez, New Balance 237 et 574 reviennent le plus.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des modèles cités : « Trouvez votre paire d'Air Force 1 », puis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marques et aux grandes enseignes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Basket4Ballers pèse 0,3 % de part de voix (12e) et reste sous 0,1 % des recommandations spontanées des IA, où Courir atteint 10,7 %. Côté ads, la part de voix monte à 12,3 % (+2,6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publicitaire et développer des contenus experts (guides de tailles, comparatifs de modèles) pour être recommandé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confort et usage quotidien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 avec seulement 33 % d'impressions en plus : le CTR passe de 0,20 % à 0,45 %. Les requêtes cherchent des baskets « solides », « pas chères » et pour « marcher toute la journée 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modèle à un usage concret : confort toute la journée, look avec un jean, polyvalence ville et sport.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électro culinaire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Cuisson · 17 %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Entretien sols et linge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Confort de la maison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Lavage (dont lave-vaisselle)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Froid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46294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74284"/>
            <a:ext cx="475488" cy="17434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4863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22976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prix et dimensions sur le lave-vaisselle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lave-vaisselle pèse 4,6 % des produits nommés, mais les requêtes sont très précises : largeur 60 cm, bandeau apparent, budget autour de 500 à 600 €.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format et du prix : « Lave-vaisselle Bosch 60 cm à moins de 600 €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les freins avant l'achat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(26,7 %), le prix (20,6 %), la compatibilité avec la cuisine (14,0 %) et la fiabilité (12,1 %) sont les premiers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économies d'eau et d'énergie, les dimensions d'encastrement et la durabilité de la marque.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Convertir la recommandation spontanée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Bosch est la 2e marque recommandée spontanément par les IA (17,8 %, +4,5 pts), juste derrière Samsung. Sa part de voix publicitaire reste faible à 4,2 % (+2,0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topics électroménager pour capter cette préférence vers l'offre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 dès maintenant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promotion, par exemple le Black Friday. Le CTR passe de 0,23 % à 0,50 % malgré 44 % d'impressions en moins.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dès début novembre des messages promotionnels pour capter les acheteurs qui attendent le bon moment.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Smartphones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mobiles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Téléphones fixes ·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moment « départ en vacances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24,3 % des conversations, avec des recherches de forfait mobile et d'eSIM. L'achat ou le remplacement d'un smartphone en représente plus d'un tiers.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offres forfait + eSIM avant les départs, et l'offre smartphone + forfait sur les moments de remplacement.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aux freins avant la souscription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Doute sur l'utilité (20,6 %), attente d'une promotion (17,9 %), compatibilité (16,7 %), prix (16,5 %) et fiabilité (16,5 %) se partagent les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prix mensuel, la compatibilité réseau et un argument promo daté pour déclencher la décision.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Capitaliser sur une marque déjà recommandée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Mobile est 3e en part de voix (11,3 %, +3,6 pts) et 3e des recommandations spontanées des IA (10,7 %), derrière Orange et Amazon. Côté ads : 9,3 % (+7,6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forfaits pour passer devant Amazon et Orange.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2 980 à 9 138 (CTR 0,52 %, +0,31 pt), mais seules 4 conversions sont attribuées,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la page d'atterrissage, puis orienter les accroches vers la souscription (prix, sans engagement).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·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2 717 814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0,08 %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0,97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Airbnb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Booking · 22 %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Opodo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Club Med · 7 %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Pierre &amp; Vacances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(Cdiscount Voyages &lt; 0,1 %) · 26 %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2915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879238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74284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268163"/>
            <a:ext cx="475488" cy="9387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362041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442508"/>
            <a:ext cx="475488" cy="34869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442508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·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82,3 % des conversations du secteur sont déclenchées par un départ en vacances, avec des recherches de billets d'avion et d'agence.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séjour à une date de départ proche : « Partez aux vacances de la Toussaint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Airbnb et Booking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Voyages reste sous 0,1 % de part de voix (13e), face à Airbnb (31,8 %) et Booking (21,6 %). Côté ads : 4,0 %.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(séjours, clubs, tout compris) pour augmenter la présence publicitaire.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en septembre pour 1 119 € de GMV (2 en août). Le ROAS passe de 0,82 à 1,30.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Accélérer sur les offres qui convertissent, avant la fin de tranche.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26 %. Le CTR passe de 0,19 %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le ciblage resserré et tester des accroches prix / dernière minute.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·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2 900 897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11 246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easyJet · 15 %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Transavia · 14 %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Ryanair · 11 %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 France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(Cdiscount Vols &lt; 0,1 %)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2915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879238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080406"/>
            <a:ext cx="475488" cy="187756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268163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15686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63209"/>
            <a:ext cx="475488" cy="22799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·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85,3 % des conversations sont déclenchées par un départ en vacances : billets d'avion, sac cabine, trousse de toilette.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vols vers les destinations des vacances de la Toussaint et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compagnies et au 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Vols reste sous 0,1 % de part de voix (13e). La SNCF (31,7 %), easyJet et Transavia dominent. Côté ads : 6,1 %.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de comparaison de vols et de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trafic multiplié par 5,5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1 694 à 9 406 (+455 %) et les impressions de 965 665 à 1 855 410 (+92 %). Le CTR passe de 0,18 % à 0,51 %.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ce trafic pour pousser les offres les plus compétitives.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Couches · 33 %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Biberons · 25 %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puériculture · 5 %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946294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946294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388864"/>
            <a:ext cx="475488" cy="33528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futurs parents au moment de la naissance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naissance déclenche 75,3 % des conversations, loin devant le cadeau (11,4 %) et le départ en vacances (8,9 %).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 l'arrivée de bébé : « Tout pour accueillir votre nouveau-né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la poussette au premier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poussettes sont le premier produit nommé (36,4 %), devant les couches (33,2 %) et les biberons (25,3 %).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Prioriser les poussettes dans le carrousel et associer chaque modèle à un usage (voyage, ville, compacité).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Dorel est 2e en part de voix (17,7 %, derrière Cybex) et 1re des recommandations spontanées des IA (74,4 %, +55,2 pts). Sa part de voix ads recule à 17,0 % (−7,4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ads pour transformer cette recommandation en clics vers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tester des accroches « voyage avec bébé » sur les poussettes compactes.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Dealabs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iGraal · 15 %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Google Wallet · 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Joko · 5 %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Poulpeo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(dont FidMe 0,7 %) · 13 %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5174284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75452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82742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54979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Profiter des achats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cadeau déclenche 95,6 % des conversations du secteur, avec LEGO en tête des marques citées.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réductions et cartes de fidélité utiles pour les achats cadeaux, en vue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Sortir de l'ombre des sites de bons 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FidMe ne pèse que 0,7 % de part de voix (−1,0 pt), loin de Dealabs (53,8 %) et iGraal (15,3 %).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FidMe comme l'appli qui réunit cartes de fidélité, offres et cashback en un seul endroit.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recommandation spontanée qui émerge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citent spontanément FidMe dans 5,1 % de leurs recommandations (+5,1 pts), au niveau d'iGraal. La part de voix ads recule à 15,4 % (−10,0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Regagner de la couverture ads sur les topics fidélité et wallet pour accompagner cette progression.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 pour 16 % d'impressions en plus. Le CTR passe de 0,23 %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accroches qui performent et décliner un message « cadeaux de fin d'année 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961 503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jean tulipe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élasthanne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hauts ajustés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jupe en jean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jeans tulipe confortables avec un peu d'élasthanne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idées de tenues complètes avec la jupe en jean longue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la vraie différence entre une softshell et une doudoune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porter ce short au bureau sans être trop décontractée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Hauts et pantalons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Vestes et plein air · 21 %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Sport et cyclisme · 11 %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Robes et jupes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Lingerie et chaussettes · 12 %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14 %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39004"/>
            <a:ext cx="475488" cy="28163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268163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442508"/>
            <a:ext cx="475488" cy="16093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03443"/>
            <a:ext cx="475488" cy="1877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jean comme pièce centrale du look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partent souvent du jean pour construire une tenue : hauts à associer, jupe en jean, jean tulipe avec élasthanne.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look complet : « Le 501 et le haut qui va avec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 501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représente 41,1 % des recherches qui nomment une marque, et le 501 Original Fit est le seul modèle cité.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du 501 le produit d'appel des campagnes.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3e marque, devant tous les spécialistes du jean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est 3e en part de voix (17,6 %, +5,7 pts), derrière Zara et Uniqlo. Dans les recommandations spontanées des IA, Levi's recule à 7,9 % (−4,4 pts). Côté ads : 14,1 % (−0,6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renforcer les contenus pour regagner les recommandations spontanées.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29 %, mais les clics progressent de 46 %. Le CTR passe de 0,22 %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décliner les accroches sur la saison froide (vestes, doudounes).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non disponible pour Mabex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3411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1341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100 %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Diffusion multipliée par 3,6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passent de 87 399 à 313 395 (+259 %) et les clics de 348 à 1 668 (+379 %). Le CTR progresse de 0,40 % à 0,53 %.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le rapport d'insights de septembre.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Mesurer les ventes pour piloter le ROAS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en septembre : le ROAS cible (≥ 10) ne peut pas encore être mesuré.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ventes avec Mabex.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Hi-fi (amplis, lecteurs, composants)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écouteurs · 20 %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Home cinéma et récepteurs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Platines vinyle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Micros et radios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41574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34051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75452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36387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83910"/>
            <a:ext cx="475488" cy="107289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moments vacances et étudiants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(25,4 %) et l'équipement d'un étudiant (20,6 %) sont les deux premiers déclencheurs de conversation.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enceintes nomades pour les vacances et les casques pour la vie étudiante.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l'utilité, la compatibilité et le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trois premiers freins se valent : utilité réelle (23,3 %), compatibilité (22,1 %) et prix (21,7 %), souvent avec un budget précis (200 €, 400 €, 550 €).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et la compatibilité (Bluetooth, smartphone, platine) directement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qui progresse dans les réponses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Marshall est 5e en part de voix (8,1 %, +2,1 pts) et 4e des recommandations spontanées des IA (10,1 %, +4,5 pts). Côté ads : 14,5 % (+10,6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montée en présence ads pour passer devant Bose et JBL.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Clics presque doublés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 pour 15 % d'impressions en plus.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tester des accroches « son vintage » sur les enceintes et platines.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Sport et plein air · 27 %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· 19 %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Montres et bijoux · 11 %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· 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959705"/>
            <a:ext cx="475488" cy="36210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959705"/>
            <a:ext cx="475488" cy="3621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321808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mariage,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déclenche 29,1 % des conversations, devant le départ en vacances (16,6 %) et la rentrée (12,0 %).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« tenue d'invitée » et « look de cérémonie » avec les robes et ensembles Monoprix.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froide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Doudounes, vestes, collants thermiques et gants apparaissent déjà dans les requêtes de septembre.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Basculer les messages vers les manteaux, mailles et collants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Clarifier la mesure de part de voix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mesure Monoprix face aux enseignes alimentaires (Lidl, Leclerc…) : 5,5 % de part de voix (+2,5 pts), 24,2 % côté ads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vérifier : refaire la mesure face aux enseignes de mode pour un comparatif pertinent.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24 %. Le CTR passe de 0,19 % à 0,48 %. Aucune conversion n'est encore attribuée.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Kwanko et miser sur les catégories qui cliquent le plus.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Airbnb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Booking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Gîtes de France · 11 %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Abritel · 7 %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Pierre &amp; Vacances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35 %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352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85360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013350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160873"/>
            <a:ext cx="475488" cy="9387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54752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321808"/>
            <a:ext cx="475488" cy="469392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21808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 déclenchent presque toutes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91,2 % des conversations du secteur sont déclenchées par un départ en vacances.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vacances scolaires, week-ends prolongés.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7e marque citée, en progression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Pierre &amp; Vacances pèse 4,7 % de part de voix (+2,1 pts), derrière Airbnb (24,8 %), Booking (16,6 %) et Gîtes de France (11,3 %).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ce qui distingue les résidences : services, piscine, emplacements.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recommandé spontanément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recommandent spontanément Maeva (19,4 %) et Lagrange (19,0 %), mais citent Pierre &amp; Vacances dans moins de 0,1 % des cas. Côté ads : 2,8 % (+2,8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Développer la présence ads et les contenus de marque pour entrer dans les recommandations.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638 950 impressions et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et préparer les messages des vacances de Noël et d'hiver.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salée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Boulangerie et sucré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Plats préparés et autres · 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6327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632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13350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1335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55920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Prouver la qualité des ingrédients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sont le premier frein (30,4 %), devant le doute sur l'utilité réelle (22,6 %) : l'audience lit les étiquettes et se méfie des mentions marketing.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l'origine, la liste courte d'ingrédients et le savoir-faire artisanal de chaque produit.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 frein du prix et de la 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prix (14,2 %) et la livraison (13,3 %) suivent : l'audience veut savoir où acheter en ligne et à quel coût.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les conditions de livraison et un panier découverte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à Picard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Pour de Bon pèse 2,9 % de part de voix (+1,0 pt, 6e), Picard 66,2 %. Les IA ne citent pas encore spontanément Pour de Bon (&lt; 0,1 %). Côté ads : 14,7 % (+1,2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développer des contenus (recettes, guides produits) pour être recommandé.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31 %,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 et tester des accroches recettes de saison.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Boursorama · 23 %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BNP Paribas · 14 %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Revolut Business · 10 %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Crédit Agricole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Banque Populaire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(dont Qonto 1,5 %) · 34 %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58537"/>
            <a:ext cx="475488" cy="18775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46294"/>
            <a:ext cx="475488" cy="1341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08040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214518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la création d'entreprise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création d'entreprise déclenche 15,1 % des conversations du secteur, un moment clé pour ouvrir un compte pro.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lancement : « Ouvrez votre compte pro en quelques minutes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présent après une perte ou un vol de carte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remplacement après perte (19,2 %) et le vol de portefeuille (5,4 %) déclenchent près d'un quart des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gestion des cartes depuis l'appli (blocage, carte virtuelle).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forte présence ads, peu de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Qonto pèse 47,8 % de part de voix ads (+45,6 pts) et 1,5 % de part de voix (+0,8 pt). Les IA citent spontanément Shine (18,3 %) et Revolut Business (14,4 %), mais Qonto dans moins de 0,1 % des cas.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Enrichir les contenus de marque (comparatifs, guides de création) pour être recommandé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1 094 021 impressions et 4 757 clics,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 au coût par acquisition.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iPhone 15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fiabilité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Galaxy S25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remplacement après panne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256 Go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prix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garantie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Back Market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Amazon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Cdiscount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promotion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autre modèle. Il reste trop cher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Smartphones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mobiles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Téléphones fixes ·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12472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là au moment du remplacement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L'équipement d'un enfant (29,9 %), l'achat d'un smartphone (17,8 %) et le remplacement après panne (17,7 %) déclenchent les conversations.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messages « remplacement rapide » et « premier smartphone pour votre enfant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fiabilité du reconditionné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fiabilité (16,5 %) et le prix (16,5 %) font partie des premiers freins, avec des questions directes sur les iPhone reconditionnés.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garantie, les tests réalisés et l'état du produit dans chaque 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notoriété face aux grandes plateformes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Smartphone ID reste sous 0,1 % de part de voix, face à Back Market (30,4 %) et Amazon (29,8 %). Côté ads : 10,4 % (−0,6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travailler la marque (avis clients, garantie)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fait plus que doubler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653 à 1 240 (+90 %) malgré 24 % d'impressions en moins. Le CTR passe de 0,21 % à 0,52 %.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modèles les plus recherchés : iPhone, Galaxy S, Redmi.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easyJet · 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Ryanair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 France · 6 %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FlixBus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75102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7510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201107"/>
            <a:ext cx="475488" cy="9387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388864"/>
            <a:ext cx="475488" cy="8046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69331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leader dans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SNCF domine avec 56,4 % de part de voix et 61,8 % des recommandations spontanées des IA, loin devant easyJet et Air France.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position pour orienter les voyageurs vers SNCF Connect.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qui recule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de 27,7 pts et la recommandation spontanée de 4,4 pts sur le mois. La part de voix ads reste sous 0,1 %, la campagne ayant démarré le 30/09.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Suivre l'effet de la campagne sur la part de voix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vacances, unique déclencheur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100 % des conversations du secteur sont déclenchées par un départ en vacances.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trajets aux périodes de vacances : Toussaint, Noël, vacances d'hiver.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a démarré le 30/09 : 139 036 impressions et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à faire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