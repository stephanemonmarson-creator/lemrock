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159 222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+423 %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2 080 671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4 315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kit anti-crevaison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Saison et changement de pneus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et tenue de route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Usage professionnel et utilitaire · 12 %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Économie, autonomie et durabilité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96153"/>
            <a:ext cx="475488" cy="16093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 (automobilistes, motards, cyclistes) avec un CPA cible de 10 €.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8,9 % des produits nommés, avec des questions sur la loi montagne et le marquage 3PMSF.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lors d'une reprise de campagne.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citent des modèles électriques (Zoé, MG4 EV) et l'impact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dédiées aux pneus pour véhicules électriques.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Norauto et Michelin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1001 Pneus pèse 1,8 % de part de voix (+1,2 pt, 8e) et reste sous 0,1 % des recommandations spontanées des IA. Côté ads : 1,6 % (−21,1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Reprendre la présence ads avant la saison 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puis arrêtée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du 01 au 10/09 : 159 222 impressions et 781 clics (+292 %),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Affilae et préparer la reprise pour viser le CPA cible de 10 €.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autonomie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kit anti-crevaison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toutes saisons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108630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10863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536387"/>
            <a:ext cx="475488" cy="2682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63209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7049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70499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dès maintenant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8,5 % des produits nommés en septembre. Les questions sur la loi montagne, le marquage 3PMSF et la comparaison Michelin Alpin / Continental WinterContact se multiplient.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: conformité loi montagne, comparatifs de modèles, montage avant les premiers froids.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conducteurs de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 nombreuses requêtes citent un modèle électrique (Zoé 2020, MG4 EV Urban) ou s'interrogent sur l'impact des pneus ou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campagne dédiée « pneus VE » : autonomie, silence de roulement et dimensions compatibles par modèle.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Transformer la visibilité payante en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Allo Pneus passe à 7,0 % de part de voix (+5,7 pts, 5e enseigne) et 21,3 % côté ads (+7,0 pts), mais reste sous 0,1 % dans les recommandations spontanées des IA, loin de Michelin et Norauto.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publicitaire et enrichir les contenus de marque (guides, fiches produits) pour être cité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à des questions plus longues et plus précises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shopping passent à 12,5 mots en moyenne (+42,7 %). Trois conversations sur quatre sont déclenchées par l'achat d'une voiture. Le CTR passe de 0,15 % à 0,40 % sur le mois.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les accroches par véhicule et par dimension : « Quels pneus pour votre nouvelle voiture ? », puis la référence adaptée.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la diffusion sur l'univers basket et sneakers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conversations captées portent à 71 % sur des chaussures de ville et de mode (mocassins, ballerines, bottines). Le basket-ball pèse moins de 1 % des produits nommés.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Resserrer les topics ciblés autour des sneakers, du basket et du streetwear pour toucher une audience plus proche du catalogue.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iconiques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Une recherche sur cinq (19,5 %) nomme déjà une marque ou un modèle : Air Force 1, Air Max 90, Cortez, New Balance 237 et 574 reviennent le plus.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des modèles cités : « Trouvez votre paire d'Air Force 1 », puis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marques et aux grandes enseignes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Basket4Ballers pèse 0,3 % de part de voix (12e) et reste sous 0,1 % des recommandations spontanées des IA, où Courir atteint 10,7 %. Côté ads, la part de voix monte à 12,3 % (+2,6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publicitaire et développer des contenus experts (guides de tailles, comparatifs de modèles) pour être recommandé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confort et usage quotidien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 avec seulement 33 % d'impressions en plus : le CTR passe de 0,20 % à 0,45 %. Les requêtes cherchent des baskets « solides », « pas chères » et pour « marcher toute la journée 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modèle à un usage concret : confort toute la journée, look avec un jean, polyvalence ville et sport.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29097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Simplifier l'abonnement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sur les magazines portent sur la façon de s'abonner et de recevoir les numéros, papier ou numériques.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l'abonnement en quelques clics et la livraison à domicile.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Bayard Jeunesse est 2e des recommandations spontanées des IA (34,7 %, +12,3 pts), juste derrière Nathan (36,3 %). Côté ads : 11,1 % (+7,0 pts).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recommandation pour pousser l'abonnement.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en recul face à Nathan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à 23,1 % (−12,6 pts), loin de Nathan (59,3 %).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sur les requêtes lecture jeunesse et rentrée.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(+215 %)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11/10 : partager le bilan et proposer un renouvellement.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Comparaison marques et modèles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09564"/>
            <a:ext cx="475488" cy="17434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prix et dimensions sur le lave-vaisselle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lave-vaisselle pèse 4,6 % des produits nommés, mais les requêtes sont très précises : largeur 60 cm, bandeau apparent, budget autour de 500 à 600 €.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format et du prix : « Lave-vaisselle Bosch 60 cm à moins de 600 €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les freins avant l'achat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(26,7 %), le prix (20,6 %), la compatibilité avec la cuisine (14,0 %) et la fiabilité (12,1 %) sont les premiers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économies d'eau et d'énergie, les dimensions d'encastrement et la durabilité de la marque.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Convertir la recommandation spontanée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Bosch est la 2e marque recommandée spontanément par les IA (17,8 %, +4,5 pts), juste derrière Samsung. Sa part de voix publicitaire reste faible à 4,2 % (+2,0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topics électroménager pour capter cette préférence vers l'offre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 dès maintenant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promotion, par exemple le Black Friday. Le CTR passe de 0,23 % à 0,50 % malgré 44 % d'impressions en moins.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dès début novembre des messages promotionnels pour capter les acheteurs qui attendent le bon moment.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moment « départ en vacances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24,3 % des conversations, avec des recherches de forfait mobile et d'eSIM. L'achat ou le remplacement d'un smartphone en représente plus d'un tiers.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offres forfait + eSIM avant les départs, et l'offre smartphone + forfait sur les moments de remplacement.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aux freins avant la souscription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Doute sur l'utilité (20,6 %), attente d'une promotion (17,9 %), compatibilité (16,7 %), prix (16,5 %) et fiabilité (16,5 %) se partagent les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prix mensuel, la compatibilité réseau et un argument promo daté pour déclencher la décision.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Capitaliser sur une marque déjà recommandée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Mobile est 3e en part de voix (11,3 %, +3,6 pts) et 3e des recommandations spontanées des IA (10,7 %), derrière Orange et Amazon. Côté ads : 9,3 % (+7,6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forfaits pour passer devant Amazon et Orange.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2 980 à 9 138 (CTR 0,52 %, +0,31 pt), mais seules 4 conversions sont attribuées,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la page d'atterrissage, puis orienter les accroches vers la souscription (prix, sans engagement).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28 %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14 %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Parcs et séjours en famille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62041"/>
            <a:ext cx="475488" cy="187756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82,3 % des conversations du secteur sont déclenchées par un départ en vacances, avec des recherches de billets d'avion et d'agence.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séjour à une date de départ proche : « Partez aux vacances de la Toussaint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Airbnb et Booking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Voyages reste sous 0,1 % de part de voix (13e), face à Airbnb (31,8 %) et Booking (21,6 %). Côté ads : 4,0 %.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(séjours, clubs, tout compris) pour augmenter la présence publicitaire.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en septembre pour 1 119 € de GMV (2 en août). Le ROAS passe de 0,82 à 1,30, encore loin de l'objectif de 12.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Accélérer sur les offres qui convertissent, avant la fin de tranche.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26 %. Le CTR passe de 0,19 %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le ciblage resserré et tester des accroches prix / dernière minute.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20 %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06060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34051"/>
            <a:ext cx="475488" cy="2682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02275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590031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85,3 % des conversations sont déclenchées par un départ en vacances : billets d'avion, sac cabine, trousse de toilette.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vols vers les destinations des vacances de la Toussaint et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compagnies et au 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Vols reste sous 0,1 % de part de voix (13e). La SNCF (31,7 %), easyJet et Transavia dominent. Côté ads : 6,1 %.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de comparaison de vols et de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trafic multiplié par 5,5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1 694 à 9 406 (+455 %) et les impressions de 965 665 à 1 855 410 (+92 %). Le CTR passe de 0,18 % à 0,51 %.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ce trafic pour pousser les offres les plus compétitives.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clics, ni depuis le lancement : l'objectif de ROI de 35 ne peut pas être mesuré.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25 %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10 %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19472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229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futurs parents au moment de la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naissance déclenche 75,3 % des conversations, loin devant le cadeau (11,4 %) et le départ en vacances (8,9 %).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 l'arrivée de bébé : « Tout pour accueillir votre nouveau-né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la poussette au premier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poussettes sont le premier produit nommé (36,4 %), devant les couches (33,2 %) et les biberons (25,3 %).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Prioriser les poussettes dans le carrousel et associer chaque modèle à un usage (voyage, ville, compacité).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Dorel est 2e en part de voix (17,7 %, derrière Cybex) et 1re des recommandations spontanées des IA (74,4 %, +55,2 pts). Sa part de voix ads recule à 17,0 % (−7,4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ads pour transformer cette recommandation en clics vers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tester des accroches « voyage avec bébé » sur les poussettes compactes.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281574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82742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57088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Profiter des achats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cadeau déclenche 95,6 % des conversations du secteur, avec LEGO en tête des marques citées.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réductions et cartes de fidélité utiles pour les achats cadeaux, en vue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Sortir de l'ombre des sites de bons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FidMe ne pèse que 0,7 % de part de voix (−1,0 pt), loin de Dealabs (53,8 %) et iGraal (15,3 %).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FidMe comme l'appli qui réunit cartes de fidélité, offres et cashback en un seul endroit.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recommandation spontanée qui émerge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citent spontanément FidMe dans 5,1 % de leurs recommandations (+5,1 pts), au niveau d'iGraal. La part de voix ads recule à 15,4 % (−10,0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Regagner de la couverture ads sur les topics fidélité et wallet pour accompagner cette progression.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 pour 16 % d'impressions en plus. Le CTR passe de 0,23 %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accroches qui performent et décliner un message « cadeaux de fin d'année 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765 216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−79 %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5 594 442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3 523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12 038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facturation électronique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Chorus Pro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Pennylane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Indy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Odoo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séparation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Shine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Tiime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Cegid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EBP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Iopole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Compréhension de la facturation électronique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et comparaison de plateformes agréées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Calendrier, réforme et obligations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Application selon le profil de l'entreprise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Intégration technique et interopérabilité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5308396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509564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catégorie dominée par Chorus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Chorus Pro concentre 36,2 % des citations du secteur, devant Pennylane (11,7 %) et Indy (10,9 %). Iopole pèse 0,2 % (19e).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Iopole sur la réforme de la facturation électronique, en complément de Chorus Pro.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IA recommandent Sage et Shine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Sage (57,5 %) et Shine (37,8 %) captent presque toutes les recommandations spontanées des IA. Iopole y est sous 0,1 %.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Produire des contenus de référence (guides réforme 2026, comparatifs) pour être cité.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présence ads en recul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ads d'Iopole passe à 25,2 % (−30,3 pts) avec la baisse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une reprise avant les échéances de la réforme.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fin de campagne plus efficace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21/09 : 765 216 impressions (−79 %) et 3 523 clics (−45 %). Le CTR passe de 0,17 % à 0,46 %.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et proposer un renouvellement.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656 699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5 620 971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14 079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−0,13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0,23 %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cadeau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chaussures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rideaux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déménagement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plante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housses anti-acariens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IKEA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Kiabi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réveillon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Maisons du Monde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housses anti-acariens sont-elles vraiment efficaces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risques d'allergies avec des rideaux recyclés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de chaussures montantes conseilles-tu pour la randonnée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modèles de chaussures aquatiques fermées pour rochers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Mobilier et décoration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femme · 20 %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accessoires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Literie et linge de maison · 15 %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homme · 8 %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enfant · 6 %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extérieur · 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Arts de la table et cuisine · 3 %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482559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94985"/>
            <a:ext cx="475488" cy="20116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96153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03443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des ventes avec un focus sur les nouveaux clients (~40 %) et les marques propres Fashion &amp; Home.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ventes en hausse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13 conversions en septembre (9 en août) pour 779 € de GMV. Le ROAS passe de 0,62 à 0,95.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sur les catégories qui convertissent, en priorité les marques propres.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les moments de vie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(18,3 %), le cadeau (12,8 %), les vacances (12,4 %) et le déménagement (8,0 %) déclenchent les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des accroches mode (tenue de mariage) et maison (déménagement, réveillon).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2e marque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Redoute est 2e des recommandations spontanées des IA (19,1 %), derrière Amazon, mais recule à 6,1 % de part de voix (−1,8 pt). Côté ads : 11,8 % (+4,8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pour convertir cette recommandation en ventes.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 et le prix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(21,8 %) et le prix (19,2 %) sont les premiers freins, devant la fiabilité (16,6 %).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matières et les retours gratuits.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11 %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4629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4629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281574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429097"/>
            <a:ext cx="475488" cy="12070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as the centre of the outfit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Queries often start from the jeans to build a look: tops to pair with them, a denim skirt, tulip jeans with stretch.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Build messages around the complete outfit: « The 501 and the top that goes with it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Put the 501 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accounts for 41.1% of searches naming a brand, and the 501 Original Fit is the only model cited.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Make the 501 the lead product of the campaign.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3rd brand, ahead of every denim specialist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ranks 3rd in share of voice (17.6%, +5.7 pts), behind Zara and Uniqlo. In AI spontaneous recommendations, Levi's drops to 7.9% (−4.4 pts). Ads share: 14.1% (−0.6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ad presence and strengthen brand content to win back spontaneous recommendations.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Fewer impressions, more clicks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Impressions fall 29% but clicks rise 46%. CTR goes from 0.22% to 0.44%.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the targeting and extend messages to the cold season (jackets, Trucker, outerwear).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non disponible pour Mabex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26816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36387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Diffusion multipliée par 3,6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passent de 87 399 à 313 395 (+259 %) et les clics de 348 à 1 668 (+379 %). Le CTR progresse de 0,40 % à 0,53 %.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le rapport d'insights de septembre.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Mesurer les ventes pour piloter le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en septembre : le ROAS cible (≥ 10) ne peut pas encore être mesuré.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ventes avec Mabex.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moments vacances et étudiants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(25,4 %) et l'équipement d'un étudiant (20,6 %) sont les deux premiers déclencheurs de conversation.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enceintes nomades pour les vacances et les casques pour la vie étudiante.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l'utilité, la compatibilité et le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trois premiers freins se valent : utilité réelle (23,3 %), compatibilité (22,1 %) et prix (21,7 %), souvent avec un budget précis (200 €, 400 €, 550 €).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et la compatibilité (Bluetooth, smartphone, platine) directement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qui progresse dans les réponses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Marshall est 5e en part de voix (8,1 %, +2,1 pts) et 4e des recommandations spontanées des IA (10,1 %, +4,5 pts). Côté ads : 14,5 % (+10,6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montée en présence ads pour passer devant Bose et JBL.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Clics presque doublés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 pour 15 % d'impressions en plus.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tester des accroches « son vintage » sur les enceintes et platines.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1 263 529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8 576 833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4 813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+2319 %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16 777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−0,09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0,17 %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−0,84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vin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viande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plats préparés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frais de livraison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congeler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grossesse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 de sel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Lidl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E.Leclerc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Picard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vin prendre si tu veux un goût moins tannique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morceau de bœuf pour un pot-au-feu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préparer ce gratin à l'avance et le congeler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Boissons, bières et desserts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Produits frais, fruits et salades · 18 %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Entretien, hygiène et santé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poissons et plats préparés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Bébé et alimentation animale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87696"/>
            <a:ext cx="475488" cy="241401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42909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en septembre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Après un mois d'août quasi à l'arrêt (41 893 impressions), la campagne repart : 1 263 529 impressions et 4 813 clics, pour un CTR de 0,38 %.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23/09 : bilan à partager pour préparer une éventuelle reprise.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(29,0 %) et le doute sur l'utilité réelle (21,4 %) sont les premiers freins : l'audience lit les étiquettes.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produits Monoprix (origine, labels, recettes simples).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enseignes discount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Monoprix pèse 5,5 % de part de voix (+2,5 pts, 7e) et 8,2 % des recommandations spontanées des IA, loin de Lidl et E.Leclerc. Côté ads : 24,2 %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Différencier Monoprix par la qualité et la proximité plutôt que par le prix.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Plus de ventes, mais un ROAS faible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 conversions en septembre (2 en août) pour 337 € de GMV, soit un ROAS de 0,27 et un CVR de 0,17 %.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panier moyen attribué et le tracking Kwanko avant une reprise.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équipement domestique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mariage,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déclenche 29,1 % des conversations, devant le départ en vacances (16,6 %) et la rentrée (12,0 %).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« tenue d'invitée » et « look de cérémonie » avec les robes et ensembles Monoprix.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froide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Doudounes, vestes, collants thermiques et gants apparaissent déjà dans les requêtes de septembre.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Basculer les messages vers les manteaux, mailles et collants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Clarifier la mesure de part de voix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mesure Monoprix face aux enseignes alimentaires (Lidl, Leclerc…) : 5,5 % de part de voix (+2,5 pts), 24,2 % côté ads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vérifier : refaire la mesure face aux enseignes de mode pour un comparatif pertinent.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24 %. Le CTR passe de 0,19 % à 0,48 %. Aucune conversion n'est encore attribuée.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Kwanko et miser sur les catégories qui cliquent le plus.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Résidences et appartements de vacances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Villages et clubs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et ski · 16 %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mer et littoral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Week-ends et courts séjours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activités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59705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42508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 déclenchent presque toutes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91,2 % des conversations du secteur sont déclenchées par un départ en vacances.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vacances scolaires, week-ends prolongés.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7e marque citée, en progression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Pierre &amp; Vacances pèse 4,7 % de part de voix (+2,1 pts), derrière Airbnb (24,8 %), Booking (16,6 %) et Gîtes de France (11,3 %).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ce qui distingue les résidences : services, piscine, emplacements.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recommandé spontanément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recommandent spontanément Maeva (19,4 %) et Lagrange (19,0 %), mais citent Pierre &amp; Vacances dans moins de 0,1 % des cas. Côté ads : 2,8 % (+2,8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Développer la présence ads et les contenus de marque pour entrer dans les recommandations.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638 950 impressions et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et préparer les messages des vacances de Noël et d'hiver.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Viandes, volailles et charcuterie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21 %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39004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34051"/>
            <a:ext cx="475488" cy="28163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415686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Prouver la qualité des ingrédients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sont le premier frein (30,4 %), devant le doute sur l'utilité réelle (22,6 %) : l'audience lit les étiquettes et se méfie des mentions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l'origine, la liste courte d'ingrédients et le savoir-faire artisanal de chaque produit.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 frein du prix et de la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prix (14,2 %) et la livraison (13,3 %) suivent : l'audience veut savoir où acheter en ligne et à quel coût.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les conditions de livraison et un panier découverte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à Picard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Pour de Bon pèse 2,9 % de part de voix (+1,0 pt, 6e), Picard 66,2 %. Les IA ne citent pas encore spontanément Pour de Bon (&lt; 0,1 %). Côté ads : 14,7 % (+1,2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développer des contenus (recettes, guides produits) pour être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31 %,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 et tester des accroches recettes de saison.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Ouverture de 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22 %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Cartes et paiements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des banques pro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Comptabilité et facturation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Frais et tarifs · 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06060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01107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42508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la création d'entreprise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création d'entreprise déclenche 15,1 % des conversations du secteur, un moment clé pour ouvrir un compte pro.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lancement : « Ouvrez votre compte pro en quelques minutes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présent après une perte ou un vol de carte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remplacement après perte (19,2 %) et le vol de portefeuille (5,4 %) déclenchent près d'un quart des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gestion des cartes depuis l'appli (blocage, carte virtuelle).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forte présence ads, peu de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Qonto pèse 47,8 % de part de voix ads (+45,6 pts) et 1,5 % de part de voix (+0,8 pt). Les IA citent spontanément Shine (18,3 %) et Revolut Business (14,4 %), mais Qonto dans moins de 0,1 % des cas.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Enrichir les contenus de marque (comparatifs, guides de création) pour être recommandé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1 094 021 impressions et 4 757 clics,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 au coût par acquisition.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1 144 223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4 649 681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5 969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13 056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+0,05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0,05 %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perceuse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visseuse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atelier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compresseur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scie-sabre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brushless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humidimètre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multimètre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Parkside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béton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élagage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outil Makita je devrais acheter en premier pour mon atelier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perceuse pour percer du béton et poser des étagères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la perceuse visseuse idéale pour bricoler à la maison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compresseur 50 L suffit-il pour un usage domestique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la scie-sabre sans être bricoleur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entretien extérieur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Bricolage et électroportatif · 32 %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Nettoyage, maison et automobile · 19 %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Batteries, accessoires et rangement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035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53584"/>
            <a:ext cx="475488" cy="42915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53584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82742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 premier équipement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portent souvent sur le premier outil à acheter : atelier, perceuse visseuse pour bricoler, compresseur pour un usage domestique.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les kits de démarrage Ryobi comme le bon premier achat.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à des bricoleurs non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questions montrent une audience peu experte : « Je peux utiliser la scie-sabre sans être bricoleur ? 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simplicité d'usage et la polyvalence de la batterie unique.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Regagner face à Bosch et Parkside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Ryobi recule à 6,9 % de part de voix (−1,1 pt, 4e) et à 0,8 % des recommandations spontanées des IA, loin de Bosch (43,5 %) et Parkside (21,7 %). Côté ads : 8,2 % (−1,3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perceuse et visseuse lors d'une prochaine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dernier mois plus performant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24/09 : 5 969 clics (+222 %) et un CTR de 0,52 %. 3 conversions attribuées.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pour préparer un renouvellement.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 : insight à rédiger à partir d'un rapport sur la photo d'identité.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fait plus que doubler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653 à 1 240 (+90 %) malgré 24 % d'impressions en moins. Le CTR passe de 0,21 % à 0,52 %.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modèles les plus recherchés : iPhone, Galaxy S, Redmi.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Réservation de billets de train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petits prix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Destinations et itinéraires · 16 %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Cartes et abonnements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Trains de nuit et international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Bagages et services à bord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86528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54752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leader dans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SNCF domine avec 56,4 % de part de voix et 61,8 % des recommandations spontanées des IA, loin devant easyJet et Air France.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position pour orienter les voyageurs vers SNCF Connect.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qui recule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de 27,7 pts et la recommandation spontanée de 4,4 pts sur le mois. La part de voix ads reste sous 0,1 %, la campagne ayant démarré le 30/09.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Suivre l'effet de la campagne sur la part de voix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vacances, unique déclencheur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100 % des conversations du secteur sont déclenchées par un départ en vacances.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trajets aux périodes de vacances : Toussaint, Noël, vacances d'hiver.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a démarré le 30/09 : 139 036 impressions et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à faire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