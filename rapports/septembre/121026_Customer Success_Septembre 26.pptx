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Enrichir le flux produit avec des descriptions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flux produit transmis ne contient pas de champ description : 70 annonces sur 84 reprennent donc le même texte générique (« Leader de la vente de pneus pas chers en ligne…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au flux une description par produit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