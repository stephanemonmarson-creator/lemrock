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20 %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060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34051"/>
            <a:ext cx="475488" cy="2682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02275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590031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clics, ni depuis le lancement : l'objectif de ROI de 35 ne peut pas être mesuré.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281574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429097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as the centre of the outfit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Queries often start from the jeans to build a look: tops to pair with them, a denim skirt, tulip jeans with stretch.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Build messages around the complete outfit: « The 501 and the top that goes with 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Put the 501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accounts for 41.1% of searches naming a brand, and the 501 Original Fit is the only model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Make the 501 the lead product of the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3rd brand, ahead of every denim 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ranks 3rd in share of voice (17.6%, +5.7 pts), behind Zara and Uniqlo. In AI spontaneous recommendations, Levi's drops to 7.9% (−4.4 pts). Ads share: 14.1% (−0.6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ad presence and strengthen brand content to win back spontaneous recommendations.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Fewer impressions, more clicks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Impressions fall 29% but clicks rise 46%. CTR goes from 0.22% to 0.44%.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the targeting and extend messages to the cold season (jackets, Trucker, outerwear).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Boissons, bières et desserts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Produits frais, fruits et salades · 18 %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Entretien, hygiène et santé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poissons et plats préparés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Bébé et alimentation animale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87696"/>
            <a:ext cx="475488" cy="241401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42909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Résidences et appartements de vacances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Villages et clubs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et ski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mer et littoral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Week-ends et courts séjours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activités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59705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Viandes, volailles et charcuterie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21 %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8163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415686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Ouverture de 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22 %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paiements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des banques pro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Comptabilité et facturation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Frais et tarifs · 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06060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0110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entretien extérieur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Bricolage et électroportatif · 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Nettoyage, maison et automobile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Batteries, accessoires et rangement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82742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Réservation de billets de train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petits prix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Destinations et itinéraires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abonnements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Trains de nuit et international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Bagages et services à bord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86528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54752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