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3 133 801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3 164 233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19 975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20 178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0,64 %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0,64 %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le pixel est posé depuis la mi-septembre. Les conversions apparaîtront dans ce rapport dès que la réconciliation avec vos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smartphone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écouteurs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enceinte portable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téléviseur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rapport qualité-prix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aspirateur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ordinateur portable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tablette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airfryer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lave-linge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batterie externe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Samsung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Dyson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smartphone choisir pour prendre de bonnes photos sans dépasser mon budget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écouteurs choisir pour faire du sport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portable offrir à une personne qui écoute beaucoup de musique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aspirateur est efficace contre les poils d'animaux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téléviseur choisir pour regarder des films et jouer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Informatique et gaming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Téléphonie · 19 %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Image et son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Gros électroménager · 17 %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électroménager · 17 %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839004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09381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22799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Amener sur boulanger.com des visiteurs en intention d'achat (budget 10 000 € / mois).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consoles de jeux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consoles de jeux atteignent 3,04 fois le CTR moyen, le meilleur score de la campagne. Elles ne représentent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consoles et aux jeux à l'approche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L'informatique et le gaming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PC et fauteuils gamer atteignent 1,23 fois le CTR moyen et les ordinateurs portables et fixes 1,19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l'informatique, notamment pour les étudiants et les joueurs.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et les GPS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et barres de son restent à 0,56 fois le CTR moyen et les GPS à 0,58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usage précis : soirée, salon, road trip.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Smartphone : miser sur l'iPhone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smartphones restent sous la moyenne (0,82 fois), sauf l'iPhone 17 (1,16 fois) et les iPhone reconditionnés (1,10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smartphone sur les références qui cliquent, en vue du plan de visibilité smartphone 2027.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