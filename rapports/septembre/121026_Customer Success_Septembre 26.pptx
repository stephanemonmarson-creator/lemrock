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4 saisons pour rouler toute l'année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pour un SUV qui roule souvent sous la pluie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pneu pour un utilitaire qui transporte lourd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dimension de pneu est compatible avec mon véhicule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faire monter mes pneus commandés en ligne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mieux,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30 septembre.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 la ginger beer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son kéfir de fruits maison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sont les bienfaits du kéfir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recette pour un kombucha maison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cocktail ou spritz sans alcool préparer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des Adidas Samba ou des New Balance 530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choisir entre Jordan 4 et Nike Air Max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maillot NBA officiel ou vintage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le maillot de Wembanyama aux Spurs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ballon et quelle tenue de basket pour 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du jeu, pas seulement du produit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qui évoquent la pratique (jouer, match, entraînement, terrain) atteignent 1,28 fois le CTR moyen. Elles ne représentent pourtant que 2 %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chaque produit dans son usage : match, entraînement, playground.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ballons et accessoires restent porteurs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ballons atteignent 1,27 fois le CTR moyen et les accessoires et petits équipements 1,12 fois, devant les chaussures et les maillots.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visibilité des ballons, chaussettes techniques, manchons et sacs de sport.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promotion ne suffit toujours pas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accroches centrées sur le prix (« pas cher », « prix bas », « promo ») restent à 0,85 fois le CTR moyen, alors qu'elles représentent 21 %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Commencer par le produit, le joueur ou l'usage, puis présenter le prix comme un argument secondaire.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maillots et les tenues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maillots restent à 0,90 fois le CTR moyen, les tenues de basket à 0,58 fois et les casquettes à 0,41 fois.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maillots à un joueur, une équipe ou un match, avec la reprise de la saison NBA en octobre.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premier magazine pour un enfant d'un an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magazine accompagne l'apprentissage de la lecture au CP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aider mon enfant à apprendre l'anglais en s'amusant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des histoires audio pour le coucher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abonnement offrir pour l'anniversaire d'un enfant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lave-vaisselle Bosch pour une cuisine ouverte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encastrable et semi-intégrable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de 44 dB est-il vraiment silencieux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modèle de 45 cm pour une petite cuisine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quoi sert Home Connect sur un lave-vaisselle Bosch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0,04 %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0,04 %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0,02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forfait 120 Go à moins de 10 € par mois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+2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0,10 %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+0,04 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0,20 %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1,30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▲ +0,47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hôtel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Canaries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Baléares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tout compris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club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soleil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Fuerteventura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Majorque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Grèce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plage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Dubaï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Tunisie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petit prix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partir au soleil en octobre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camping choisir pour des vacances en famille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séjour tout compris pour une famille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croisière choisir en Méditerranée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payer un voyage en quatre fois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communiquées via Awin, à titre indicatif. Elles seront consolidées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billet d'avion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vol direct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Afrique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Maghreb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Abidjan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Thaïlande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Bali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Martinique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Guadeloupe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Lanzarote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paiement en 4 fois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prix bas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Lyon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Nice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Marseille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Islande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vol direct choisir entre Paris et Lisbonne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vols au départ de Marseille vers Abidjan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Existe-t-il un vol direct entre Paris et Fort-de-France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 aller-retour Paris – Nice à un bon prix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destination pour un week-end en Europe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auto choisir pour un enfant de 4 ans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siège pivotant facilite l'installation d'un bébé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poussette compacte se plie d'une seule main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lit parapluie choisir pour partir en week-end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barrière d'escalier installer sans percer le mur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Campagne mesurée au clic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pas de suivi de conversion prévu.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un chiffre dans le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titre met en avant l'âge (« 15 ans, c'est le bon moment ») ; les bénéfices chiffrés (3 000 km au volant) ne figurent que dans la description.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 titre avec un bénéfice chiffré : « 3 000 km au volant avant le permis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de remboursement sur mes courses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boisson protéinée prendre avant un entraînement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yaourt riche en protéines pour une collation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dentifrice blanchissant utiliser au quotidien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une promotion sur les pochons pour chat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prev. period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The Conversion Tracker is not installed yet. Conversions will appear in this report once it is integrated.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Levi's jeans for a relaxed fit?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Straight-leg or wide-leg jeans, what's the difference?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should a pair of 501 jeans fit?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Which high-rise jeans make the legs look longer?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How does a Levi's Trucker jacket age over time?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interrupteur va-et-vient pour une rénovation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radiateur électrique vertical pour une petite pièce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chauffe-eau compact installer sous un évier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gants nitrile pour manipuler des produits chimiques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extracteur pour retirer une pièce sans l'abîmer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mesurées par Cdiscount, non intégrées à ce rapport. Elles apparaîtront ici dès l'intégration du Conversion Tracker.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pour ne plus entendre le bruit des transports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Marshall choisir pour mon salon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Bluetooth pour partir en week-end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différence entre l'Emberton et la Kilburn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enceinte pour diffuser de la musique en soirée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0,00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est en cours d'implémentation.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lisse la silhouette sans se voir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collant ne marque pas la taille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legging pour un enfant qui bouge beaucoup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chaussettes résistent le mieux aux lavages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pyjama facilite le change d'un bébé la nuit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;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Le Conversion Tracker n'est pas encore installé. Les conversions apparaîtront dans ce rapport dès son intégration.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acheter directement auprès de producteurs français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fromage choisir pour un plateau régional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commander un magret directement chez un éleveur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panier gourmand offrir à un amateur de régions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livrer des produits fermiers au frais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Le Conversion Tracker est en cours de validation : </a:t>
            </a:r>
            <a:r>
              <a:rPr sz="900" b="0" i="0">
                <a:solidFill>
                  <a:srgbClr val="555B66"/>
                </a:solidFill>
                <a:latin typeface="Arial"/>
              </a:rPr>
              <a:t>l'intégration a été réalisée le 7 octobre. Les conversions apparaîtront dans ce rapport dès que la remontée des données sera validée.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photo d'identité conforme avec mon téléphone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Peut-on faire une photo de passeport depuis chez soi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ma photo d'identité sera acceptée 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photo faut-il transmettre sur le site de l'ANTS 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prendre une photo d'identité correcte pour un bébé 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82752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752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CONVERSIONS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68680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CVR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4F3F0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546080" y="1450848"/>
            <a:ext cx="609600" cy="170688"/>
          </a:xfrm>
          <a:prstGeom prst="roundRect">
            <a:avLst>
              <a:gd name="adj" fmla="val 50000"/>
            </a:avLst>
          </a:prstGeom>
          <a:solidFill>
            <a:srgbClr val="D9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46080" y="1450848"/>
            <a:ext cx="609600" cy="1706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555B66"/>
                </a:solidFill>
                <a:latin typeface="Arial"/>
              </a:rPr>
              <a:t>INDICATIF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170688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ROAS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8A93A6"/>
                </a:solidFill>
                <a:latin typeface="Arial"/>
              </a:rPr>
              <a:t>N/C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A93A6"/>
                </a:solidFill>
                <a:latin typeface="Arial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8A93A6"/>
                </a:solidFill>
                <a:latin typeface="Arial"/>
              </a:rPr>
              <a:t>vs période préc.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3A6"/>
                </a:solidFill>
                <a:latin typeface="Arial"/>
              </a:rPr>
              <a:t>YTD —</a:t>
            </a:r>
          </a:p>
        </p:txBody>
      </p:sp>
      <p:sp>
        <p:nvSpPr>
          <p:cNvPr id="56" name="Isosceles Triangle 55"/>
          <p:cNvSpPr/>
          <p:nvPr/>
        </p:nvSpPr>
        <p:spPr>
          <a:xfrm>
            <a:off x="8564880" y="2688336"/>
            <a:ext cx="182880" cy="85344"/>
          </a:xfrm>
          <a:prstGeom prst="triangle">
            <a:avLst/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108192" y="2773680"/>
            <a:ext cx="5108448" cy="438912"/>
          </a:xfrm>
          <a:prstGeom prst="roundRect">
            <a:avLst>
              <a:gd name="adj" fmla="val 15000"/>
            </a:avLst>
          </a:prstGeom>
          <a:solidFill>
            <a:srgbClr val="EB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12" y="2816352"/>
            <a:ext cx="486460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Conversions non mesurées par Lemrock sur cette campagne. Elles seront intégrées à ce rapport à partir de vos données dès leur transmission.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