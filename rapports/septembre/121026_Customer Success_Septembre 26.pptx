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du jeu, pas seulement du produit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qui évoquent la pratique (jouer, match, entraînement, terrain) atteignent 1,28 fois le CTR moyen. Elles ne représentent pourtant que 2 %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chaque produit dans son usage : match, entraînement, playground.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ballons et accessoires restent porteurs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ballons atteignent 1,27 fois le CTR moyen et les accessoires et petits équipements 1,12 fois, devant les chaussures et les maillots.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visibilité des ballons, chaussettes techniques, manchons et sacs de sport.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promotion ne suffit toujours pas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centrées sur le prix (« pas cher », « prix bas », « promo ») restent à 0,85 fois le CTR moyen, alors qu'elles représentent 21 %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Commencer par le produit, le joueur ou l'usage, puis présenter le prix comme un argument secondaire.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maillots et les tenues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maillots restent à 0,90 fois le CTR moyen, les tenues de basket à 0,58 fois et les casquettes à 0,41 fois.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maillots à un joueur, une équipe ou un match, avec la reprise de la saison NBA en octobre.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Revenir aux messages d'usage qui marchaient en août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En septembre, les annonces sont des fiches techniques : aucune caractéristique ne se démarque (entre 0,95 et 1,06 fois le CTR moyen). En août, les messages d'usage atteignaient jusqu'à 1,58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Réintroduire des annonces d'usage : « Votre vaisselle s'accumule après le dîner ? », « Lancez-le le soir sans bruit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Couper les 10 annonces les moins performantes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 annonces, soit 24 % de la diffusion, restent à 0,74 fois le CTR moyen (jusqu'à 0,60 fois pour le SBV4HCX07E).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Les retirer et réallouer leur budget aux modèles qui cliquent.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6 annonces qui cliquent le 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6 annonces, soit 15 % de la diffusion, atteignent 1,27 fois le CTR moyen, surtout des Série 2 (SMV2HTX02E à 1,41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Leur donner plus de budget, en priorité pour le Black Friday.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Boulanger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3 133 801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3 164 233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19 975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20 178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0,64 %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0,64 %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le pixel est posé depuis la mi-septembre. Les conversions apparaîtront dans ce rapport dès que la réconciliation avec vos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smartphone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écouteurs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enceinte portable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téléviseur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rapport qualité-prix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aspirateur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ordinateur portable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tablette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airfryer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lave-linge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batterie externe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Samsung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Dyson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smartphone choisir pour prendre de bonnes photos sans dépasser mon budget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écouteurs choisir pour faire du sport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portable offrir à une personne qui écoute beaucoup de musique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aspirateur est efficace contre les poils d'animaux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téléviseur choisir pour regarder des films et jouer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Informatique et gaming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Téléphonie · 19 %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Image et son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Gros électroménager · 17 %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électroménager · 17 %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839004"/>
            <a:ext cx="475488" cy="25481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093817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335219"/>
            <a:ext cx="475488" cy="22799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563209"/>
            <a:ext cx="475488" cy="22799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Boulanger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Amener sur boulanger.com des visiteurs en intention d'achat (budget 10 000 € / mois).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consoles de jeux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consoles de jeux atteignent 3,04 fois le CTR moyen, le meilleur score de la campagne. Elles ne représentent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consoles et aux jeux à l'approche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L'informatique et le gaming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PC et fauteuils gamer atteignent 1,23 fois le CTR moyen et les ordinateurs portables et fixes 1,19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l'informatique, notamment pour les étudiants et les joueurs.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et les GPS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et barres de son restent à 0,56 fois le CTR moyen et les GPS à 0,58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usage précis : soirée, salon, road trip.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Smartphone : miser sur l'iPhone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smartphones restent sous la moyenne (0,82 fois), sauf l'iPhone 17 (1,16 fois) et les iPhone reconditionnés (1,10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smartphone sur les références qui cliquent, en vue du plan de visibilité smartphone 2027.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