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4023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2909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découverte et actualité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(8-12 ans) et Phosphore (lycéens) atteignent plus de 2,2 fois le CTR moyen, les meilleurs scores de la campagne.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titres qui aident à comprendre le monde et l'actualité.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d'un âge et d'un bénéfice précis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indiquent la tranche d'âge et ce que l'enfant y gagne (orientation, culture, lecture) dépassent la moyenne. L'abonnement générique reste à 1,02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accroche autour d'un âge et d'un bénéfice concret.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titres petite enfance et éveil à la foi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Belles Histoires, Babar, Astrapi et Mon p'tit Prions en Église restent entre 0,62 et 0,67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messages plus orientés parents (rituel du soir, temps partagé).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Encastrables et intégrables · 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47 %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60873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encastrables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tout encastrables et semi-encastrables atteignent 1,28 fois le CTR moyen. Ils ne représentent pourtant que 7 %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modèles encastrables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d'entrée de gamme cliquent le mieux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Série 2 sont en tête (jusqu'à 1,41 fois la moyenne). Plusieurs Série 4 restent sous la moyenne (0,60 à 0,71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prix, et les Série 4 avec un bénéfice précis.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silence est un argument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modèle pose libre à 38 dB fait partie des meilleures annonces (1,30 fois la moyenne).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niveau sonore en avant dans les accroches, surtout pour les cuisines ouvertes.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forfait 40 Go est le plus efficace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sans engagement concentre deux tiers de la diffusion et reste au niveau du meilleur CTR (1,02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