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Revenir aux messages d'usage qui marchaient en août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En septembre, les annonces sont des fiches techniques : aucune caractéristique ne se démarque (entre 0,95 et 1,06 fois le CTR moyen). En août, les messages d'usage atteignaient jusqu'à 1,58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Réintroduire des annonces d'usage : « Votre vaisselle s'accumule après le dîner ? », « Lancez-le le soir sans bruit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Couper les 10 annonces les moins performantes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 annonces, soit 24 % de la diffusion, restent à 0,74 fois le CTR moyen (jusqu'à 0,60 fois pour le SBV4HCX07E).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Les retirer et réallouer leur budget aux modèles qui cliquent.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6 annonces qui cliquent le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6 annonces, soit 15 % de la diffusion, atteignent 1,27 fois le CTR moyen, surtout des Série 2 (SMV2HTX02E à 1,41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plus de budget, en priorité pour le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3 133 801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3 164 233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19 975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20 178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0,64 %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0,64 %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le pixel est posé depuis la mi-septembre. Les conversions apparaîtront dans ce rapport dès que la réconciliation avec vos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smartphone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écouteurs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enceinte portable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téléviseur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rapport qualité-prix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aspirateur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ordinateur portable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tablette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airfryer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lave-linge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batterie externe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Samsung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Dyson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smartphone choisir pour prendre de bonnes photos sans dépasser mon budget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écouteurs choisir pour faire du sport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portable offrir à une personne qui écoute beaucoup de musique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aspirateur est efficace contre les poils d'animaux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téléviseur choisir pour regarder des films et jouer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Informatique et gaming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Téléphonie · 19 %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Image et son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Gros électroménager · 17 %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électroménager · 17 %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839004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09381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22799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Amener sur boulanger.com des visiteurs en intention d'achat (budget 10 000 € / mois).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12 annonces qui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12 annonces, soit 7 % de la diffusion, atteignent 2,15 fois le CTR moyen : consoles (ROG Xbox Ally 5,37 fois, Switch 2), PC et Mac, iPhone 17 Pro Max.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plus de budget, en priorité avant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Couper les 34 annonces les moins performantes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34 annonces, soit 16 % de la diffusion, restent à 0,66 fois le CTR moyen : barres de son et enceintes (Bose TV Speaker 0,44 fois, JBL Charge 6 0,50 fois), GPS (TomTom 0,42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Les retirer et réallouer leur budget.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le smartphone sur l'iPhone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smartphones restent à 0,82 fois le CTR moyen, sauf l'iPhone 17 (1,16 fois) et les iPhone reconditionnés (1,10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smartphone sur ces références, en vue du plan smartphone 2027.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les annonces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de septembre ne citent pas de prix et cliquent toutes au même niveau (0,99 à 1,02 fois la moyenne). En août, les messages prix + data + sans engagement atteignaient jusqu'à 4,3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prix mensuel dans le titre : « Forfait 40 Go à x €/mois, sans engagement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Créer une annonce eSIM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annonce ne parle de l'eSIM en septembre, alors que cet angle atteignait 2,1 fois le CTR moyen en août.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une annonce dédiée à l'eSIM et à l'activation immédiate.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Piloter aux souscriptions, pas au ROAS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ROAS ne reflète pas la valeur d'un forfait : la souscription est facturée 1 €, puis 1 € par mois.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Fixer un objectif en nombre de souscriptions ou en coût par souscription.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Plafonner Paris – Rennes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Paris – Rennes capte 18 % de la diffusion mais reste à 0,37 fois le CTR moyen, le plus bas de la campagne.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Plafonner sa diffusion et réallouer le budget aux liaisons qui cliquent.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Ajouter les trajets retour vers Paris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retour vers Paris (Lille, Lyon, Marseille, Toulouse…) atteignent 1,27 fois le CTR moyen, contre 0,86 fois pour les trajets au départ de Paris.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chaque liaison du top 20 dans les deux sens.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Concentrer le budget sur 9 liaisons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annonces atteignent 1,30 fois le CTR moyen : les retours vers Paris, Paris – Lyon et Paris – Londres.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la priorité de budget pour les départs de la Toussaint.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