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Encastrables et intégrables · 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47 %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60873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encastrables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tout encastrables et semi-encastrables atteignent 1,28 fois le CTR moyen. Ils ne représentent pourtant que 7 %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modèles encastrables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d'entrée de gamme cliquent le mieux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Série 2 sont en tête (jusqu'à 1,41 fois la moyenne). Plusieurs Série 4 restent sous la moyenne (0,60 à 0,71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prix, et les Série 4 avec un bénéfice précis.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silence est un argument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modèle pose libre à 38 dB fait partie des meilleures annonces (1,30 fois la moyenne).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niveau sonore en avant dans les accroches, surtout pour les cuisines ouvertes.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forfait 40 Go est le plus efficace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sans engagement concentre deux tiers de la diffusion et reste au niveau du meilleur CTR (1,02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