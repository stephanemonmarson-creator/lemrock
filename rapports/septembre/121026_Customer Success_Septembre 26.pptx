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159 222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2 080 671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4 315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kit anti-crevaison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Saison et changement de pneus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et tenue de route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Usage professionnel et utilitaire · 12 %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Économie, autonomie et durabilité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96153"/>
            <a:ext cx="475488" cy="16093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 (automobilistes, motards, cyclistes) avec un CPA cible de 10 €.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8,9 % des produits nommés, avec des questions sur la loi montagne et le marquage 3PMSF.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lors d'une reprise de campagne.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citent des modèles électriques (Zoé, MG4 EV) et l'impact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dédiées aux pneus pour véhicules électriques.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Norauto et Michelin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1001 Pneus pèse 1,8 % de part de voix (+1,2 pt, 8e) et reste sous 0,1 % des recommandations spontanées des IA. Côté ads : 1,6 % (−21,1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la présence ads avant la saison 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puis arrêtée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du 01 au 10/09 : 159 222 impressions et 781 clics (+292 %),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Affilae et préparer la reprise pour viser le CPA cible de 10 €.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pneus hiver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(Michelin Alpin 7, Hankook Winter i*cept, Ilink Winter) atteignent 1,15 fois le CTR moyen, devant les 4 saisons (1,02 fois). Elles ne représentent pourtant que 8 % des impressions.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3PMSF dans la diffusion d'octobre, au moment des changements de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SUV, revoir les utilitaires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la moyenne (Kleber Quadraxer SUV : 1,43 fois). Les utilitaires tombent à 0,87 fois (VanContact 4Season : 0,40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références SUV et retravailler les messages utilitaires autour d'un usage concret (charge, 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Miser sur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Hankook (1,22 fois la moyenne) et Ilink (1,12 fois) surperforment, alors que Goodyear (0,69 fois) et Bridgestone (0,82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à prix accessible dans les accroches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Diversifier les descriptions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70 des 84 annonces utilisent la même description (« Leader de la vente de pneus pas chers en ligne… ») et restent à 0,99 fois la moyenne. La même accroche moto varie de 0,53 à 1,32 fois selon l'emplacement.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précis (adhérence sous la pluie, loi montagne, montage à domicile).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29097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0956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28 %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Parcs et séjours en famille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62041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1,30, encore loin de l'objectif de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20 %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060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34051"/>
            <a:ext cx="475488" cy="2682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02275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590031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clics, ni depuis le lancement : l'objectif de ROI de 35 ne peut pas être mesuré.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10 %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1947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229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281574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82742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5708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765 216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−79 %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5 594 442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3 523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12 038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facturation électronique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Chorus Pro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Pennylane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Indy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Odoo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séparation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Shine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Tiime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Cegid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EBP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Iopole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Compréhension de la facturation électronique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et comparaison de plateformes agréées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Calendrier, réforme et obligations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Application selon le profil de l'entreprise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Intégration technique et interopérabilité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308396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509564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catégorie dominée par Chorus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Chorus Pro concentre 36,2 % des citations du secteur, devant Pennylane (11,7 %) et Indy (10,9 %). Iopole pèse 0,2 % (19e).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Iopole sur la réforme de la facturation électronique, en complément de Chorus Pro.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IA recommandent Sage et Shine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Sage (57,5 %) et Shine (37,8 %) captent presque toutes les recommandations spontanées des IA. Iopole y est sous 0,1 %.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Produire des contenus de référence (guides réforme 2026, comparatifs) pour être 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présence ads en recul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ads d'Iopole passe à 25,2 % (−30,3 pts) avec la baisse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une reprise avant les échéances de la réforme.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fin de campagne plus efficace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21/09 : 765 216 impressions (−79 %) et 3 523 clics (−45 %). Le CTR passe de 0,17 % à 0,46 %.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et proposer un renouvellement.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656 699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5 620 971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14 079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−0,13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cadeau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chaussures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rideaux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déménagement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plante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housses anti-acariens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IKEA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Kiabi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réveillon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Maisons du Monde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housses anti-acariens sont-elles vraiment efficaces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risques d'allergies avec des rideaux recyclés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de chaussures montantes conseilles-tu pour la randonnée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modèles de chaussures aquatiques fermées pour rochers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Mobilier et décoration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femme · 20 %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accessoires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Literie et linge de maison · 15 %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homme · 8 %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enfant · 6 %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extérieur · 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Arts de la table et cuisine · 3 %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482559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94985"/>
            <a:ext cx="475488" cy="20116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96153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03443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des ventes avec un focus sur les nouveaux clients (~40 %) et les marques propres Fashion &amp;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ventes en hausse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13 conversions en septembre (9 en août) pour 779 € de GMV. Le ROAS passe de 0,62 à 0,95.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sur les catégories qui convertissent, en priorité les marques propres.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les moments de 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(18,3 %), le cadeau (12,8 %), les vacances (12,4 %) et le déménagement (8,0 %) déclenchent les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des accroches mode (tenue de mariage) et maison (déménagement, réveillon).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2e marque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Redoute est 2e des recommandations spontanées des IA (19,1 %), derrière Amazon, mais recule à 6,1 % de part de voix (−1,8 pt). Côté ads : 11,8 % (+4,8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pour convertir cette recommandation en ventes.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 et le prix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(21,8 %) et le prix (19,2 %) sont les premiers freins, devant la fiabilité (16,6 %).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matières et les retours gratuits.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281574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429097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as the centre of the outfit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Queries often start from the jeans to build a look: tops to pair with them, a denim skirt, tulip jeans with stretch.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Build messages around the complete outfit: « The 501 and the top that goes with 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Put the 501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accounts for 41.1% of searches naming a brand, and the 501 Original Fit is the only model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Make the 501 the lead product of the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3rd brand, ahead of every denim specialist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ranks 3rd in share of voice (17.6%, +5.7 pts), behind Zara and Uniqlo. In AI spontaneous recommendations, Levi's drops to 7.9% (−4.4 pts). Ads share: 14.1% (−0.6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ad presence and strengthen brand content to win back spontaneous recommendations.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Fewer impressions, more clicks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Impressions fall 29% but clicks rise 46%. CTR goes from 0.22% to 0.44%.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the targeting and extend messages to the cold season (jackets, Trucker, outerwear).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26816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3638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1 263 529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8 576 833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+2319 %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16 777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−0,09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0,17 %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−0,84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vin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viande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plats préparés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frais de livraison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congeler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grossesse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 de sel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Lidl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E.Leclerc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Picard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vin prendre si tu veux un goût moins tannique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morceau de bœuf pour un pot-au-feu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préparer ce gratin à l'avance et le congeler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Boissons, bières et desserts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Produits frais, fruits et salades · 18 %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Entretien, hygiène et santé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poissons et plats préparés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Bébé et alimentation animale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87696"/>
            <a:ext cx="475488" cy="241401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42909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en septembre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Après un mois d'août quasi à l'arrêt (41 893 impressions), la campagne repart : 1 263 529 impressions et 4 813 clics, pour un CTR de 0,38 %.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23/09 : bilan à partager pour préparer une éventuelle reprise.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(29,0 %) et le doute sur l'utilité réelle (21,4 %) sont les premiers freins : l'audience lit les étiquettes.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produits Monoprix (origine, labels, recettes simples).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enseignes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Monoprix pèse 5,5 % de part de voix (+2,5 pts, 7e) et 8,2 % des recommandations spontanées des IA, loin de Lidl et E.Leclerc. Côté ads : 24,2 %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Différencier Monoprix par la qualité et la proximité plutôt que par le prix.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Plus de ventes, mais un ROAS faible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 conversions en septembre (2 en août) pour 337 € de GMV, soit un ROAS de 0,27 et un CVR de 0,17 %.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panier moyen attribué et le tracking Kwanko avant une reprise.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équipement domestique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Résidences et appartements de vacances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Villages et clubs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et ski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mer et littoral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Week-ends et courts séjours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activités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09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59705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Viandes, volailles et charcuterie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21 %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8163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415686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Ouverture de 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22 %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paiements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des banques pro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Comptabilité et facturation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Frais et tarifs · 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06060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0110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1 144 223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4 649 681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5 969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13 056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+0,05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0,05 %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perceuse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visseuse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atelier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compresseur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scie-sabre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brushless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humidimètre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multimètre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Parkside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béton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élagage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outil Makita je devrais acheter en premier pour mon atelier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perceuse pour percer du béton et poser des étagères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perceuse visseuse idéale pour bricoler à la maison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compresseur 50 L suffit-il pour un usage domestique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la scie-sabre sans être bricoleur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entretien extérieur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Bricolage et électroportatif · 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Nettoyage, maison et automobile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Batteries, accessoires et rangement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82742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 premier équipement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portent souvent sur le premier outil à acheter : atelier, perceuse visseuse pour bricoler, compresseur pour un usage domestique.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les kits de démarrage Ryobi comme le bon premier achat.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à des bricoleurs non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questions montrent une audience peu experte : « Je peux utiliser la scie-sabre sans être bricoleur ? 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simplicité d'usage et la polyvalence de la batterie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Regagner face à Bosch et Parkside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Ryobi recule à 6,9 % de part de voix (−1,1 pt, 4e) et à 0,8 % des recommandations spontanées des IA, loin de Bosch (43,5 %) et Parkside (21,7 %). Côté ads : 8,2 % (−1,3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perceuse et visseuse lors d'une prochaine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dernier mois plus performant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24/09 : 5 969 clics (+222 %) et un CTR de 0,52 %. 3 conversions attribuées.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pour préparer un renouvellement.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 : insight à rédiger à partir d'un rapport sur la photo d'identité.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Réservation de billets de train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petits prix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Destinations et itinéraires · 16 %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abonnements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Trains de nuit et international · 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Bagages et services à bord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86528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54752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