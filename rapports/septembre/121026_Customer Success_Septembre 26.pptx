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prendre pour partir en vacances à l'étranger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hôtel choisir aux Canaries pour la Toussaint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: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