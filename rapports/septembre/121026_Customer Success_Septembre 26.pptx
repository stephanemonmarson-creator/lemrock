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mes pneus toutes saisons suffisent pour la loi montagne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modèles 3PMSF recommandes-tu pour la MG4 EV Urban en 2026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recommanderais-tu pour améliorer les distances de freinage à 130 km/h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 :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 des annonces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plupart des annonces utilisent la même description (« Leader de la vente de pneus pas chers en ligne ») et restent dans la moyenne.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avec un bénéfice précis : adhérence sous la pluie, conformité loi montagne, montage à domicile.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kombucha bio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sans alcool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boissons fermentées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33 cl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cassis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figuier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clémentine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pomelo gingembre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framboise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apéritif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mocktail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pack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direct producteur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fraîcheur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version sans alcool de l'Americano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alternatives sans alcool qui gardent le même goût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meilleur mocktail pour les femmes enceintes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formats 33 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kombuchas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des formats 33 cl le produit d'appel et garder les 75 cl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le cassis et le pomelo gingembre en avant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pomelo gingembre (1,23 fois le CTR moyen) et cassis (1,15 fois) font mieux que la moyenne. Framboise, figuier et clémentine restent juste en dessous (0,93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 cassis et au pomelo gingembre.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campagne qui accélère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renforcer le message sans alcool à l'approche des fêtes.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Jordan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Nike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genouillères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ballon de basket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maillots NBA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survêtements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Air Force 1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short de compression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Équipe de France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Paris Basketball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McDavid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enfant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sneakers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le Wilson Authentic en salle sans l'abîmer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Des idées de sneakers blanches qui vont bien avec ce jean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baskets solides et pas chères pour marcher beaucoup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accessoires et les protections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accessoires (1,12 fois le CTR moyen), les ballons (1,20 fois) et les protections (1,05 fois) font mieux que la moyenne. Le ballon Nike Skills enfant atteint 1,36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accessoires et petits équipements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Renvoyer vers des fiches produit plutôt que des pages catégorie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renvoient vers une fiche produit atteignent 1,06 fois le CTR moyen, contre 0,86 fois pour celles qui renvoient vers une page catégorie (survêtements, casquettes, maillots Paris Basketball).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Remplacer les annonces catégorie par des produits précis du flux.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sneakers lifestyle tiennent leur rang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chaussures et sneakers dépassent la moyenne (jusqu'à 1,11 fois), avec des modèles comme l'adidas Yung-1 ou la Puma Platform Elements.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modèles iconiques et les nouveautés lifestyle.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1 083 à 3 198 pour 33 % d'impressions en plus. Le CTR passe de 0,20 % à 0,45 %.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concentrer le budget sur les catégories qui cliquent le plus.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abonnement magazine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J'aime lire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Pomme d'Api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Phosphore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Images Doc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Popi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I Love English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So Foot 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Okapi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Astrapi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Youpi Doc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livré à la maison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numérique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m'abonne pour accéder aux numéros numériques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reçois le magazine papier chez moi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en audiobook ou mieux en lecture papier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40 %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892649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4999939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magazines 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magazines pour adolescents (Phosphore, Okapi, So Foot Club, Je bouquine) atteignent 1,39 fois le CTR moyen. Phosphore atteint même 2,23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titres ados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magazines documentaires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Images Doc (magazine découvertes 8-12 ans) atteint 2,28 fois le CTR moyen, le meilleur score de la campagne.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titres qui aident à comprendre le monde.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annonces petite enfance et génériques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L'éveil et la petite enfance représentent 40 % de la diffusion mais restent à 0,92 fois la moyenne (Les Belles Histoires 0,62 fois, Babar 0,67 fois). Les annonces génériques sont à 0,89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Parler aux parents d'un moment précis (histoire du soir, premiers apprentissages) plutôt que de l'abonnement en général.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la campagne au-delà du 11/10, pour la période des cadeaux de fin d'année.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lave-vaisselle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pose libre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60 cm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45 cm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Série 2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Série 4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EcoSilence Drive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tiroir à couverts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13 couverts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14 couverts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livraison gratuite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Black Friday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veux un lave-vaisselle 60 cm à bandeau apparent à ~500 €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bon rapport qualité-prix pour moins de 600 €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L'entretien et la fiabilité sont-ils simples sur le long terme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Est-ce qu'il vaut mieux attendre le Black Friday 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Comparaison marques et modèles · 5 %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46 %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15 %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34 %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&lt; 1 %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564368" y="4450080"/>
            <a:ext cx="475488" cy="670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134051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modèles Série 2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lave-vaisselle Série 2 atteignent 1,06 fois le CTR moyen, contre 0,95 fois pour les Série 4. Le Série 2 tout encastrable SMV2HTX02E atteint 1,41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Série 2 avec un argument 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écarts forts d'un modèle à l'autre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Avec la même description, les modèles vont de 0,60 fois (Série 4 SBV4HCX07E) à 1,41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la diffusion sur les modèles qui cliquent le plus et retirer les moins performants.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52 des 53 annonces utilisent la même description (« Cdiscount Electroménager - Découvrez notre offre… »), qui reprend la fiche technique.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centrées sur un bénéfice (silence en cuisine ouverte, gain de place, économie d'eau).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promotion. Le CTR passe de 0,23 %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des messages promotionnels dès début novembre.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0,04 %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forfait mobile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sans engagement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40 Go</a:t>
            </a:r>
            <a:r>
              <a:rPr sz="1500" b="1" i="0">
                <a:solidFill>
                  <a:srgbClr val="111111"/>
                </a:solidFill>
                <a:latin typeface="Arial"/>
              </a:rPr>
              <a:t>   150 Go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4G &amp; 5G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eSIM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meilleur prix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départ en vacances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changement d'opérateur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promotion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porte surtout sur les smartphones, pas sur les forfaits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Recherche générale d'un forfait · &lt; 1 %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&lt; 1 %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66 %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&lt; 1 %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34 %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&lt; 1 %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&lt; 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&lt; 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5335219"/>
            <a:ext cx="475488" cy="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forfaits 40 Go et 150 Go font jeu égal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forfait 40 Go (deux tiers de la diffusion) et le forfait 150 Go obtiennent le même CTR (0,99 à 1,02 fois la moyenne).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40 Go comme offre d'appel, au prix le plus bas.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trois annonces performent de la même façon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diffusées sont entre 0,99 et 1,02 fois la moyenne : elles ne permettent pas de tester d'autres messages.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profil (vacances et eSIM, étudiants, famille) pour trouver de nouveaux leviers.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24 % des conversations du secteur, avec des recherches de forfait et d'eSIM.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annonce dédiée à l'eSIM et aux forfaits pour voyager.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9 138 clics (+207 %) mais 4 conversions seulement,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de souscription.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1,30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Club Med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Pierre &amp;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billets d'avion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Transavia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 cabine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trousse de toilette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Center Parcs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TUI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Lastminute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ou prix pour une pochette Faraday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 · &lt; 1 %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89 %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&lt; 1 %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11 %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Parcs et séjours en famille · &lt; 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89 %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643676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décrivent un hôtel et sa destination (Fuerteventura, Majorque, Grèce, Dubaï) atteignent jusqu'à 1,23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annonce autour d'un lieu et de ce qu'on y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L'annonce générique sous-performe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Séjour pas cher – Paiement en 4x » reste à 0,86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paiement en 4x comme argument secondaire, après la destination.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Canaries et les Baléares portent la campagne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Canaries et les Baléares représentent 29 % de la diffusion, avec des CTR au-dessus de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séjours soleil d'hiver (Canaries, Égypte, Dubaï) pour la Toussaint et Noël.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pour 1 119 € de GMV. Le ROAS passe de 0,82 à 1,30.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offres qui convertissent.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billets d'avion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SNCF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easyJet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Transavia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sac cabine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Air France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trousse de toilette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Volotea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Skyscanner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Kayak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sacoches Faraday disponibles.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8 %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25 %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798771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906060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vols vers l'Afrique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Paris – Afrique et Maghreb atteignent 1,06 fois le CTR moyen, et Lyon – Abidjan 1,15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les liaisons vers l'Afrique et le Maghreb.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plutôt qu'un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« destinations tendances » atteignent 1,08 fois la moyenne. Les vols court-courriers vers l'Europe restent à 0,94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annonce à une destination qui fait envie.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l'Outre-mer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vers les DOM-TOM restent à 0,58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vacances de fin d'année pour la Martinique et la Guadeloupe.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garder la poussette jusqu'à la porte d'embarquement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matériel puériculture vraiment indispensable pour un nouveau-né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affecte les dents si bébé garde la tétine trop longtemps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 · 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11 %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6 %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62 %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4 %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13 %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64368" y="4651248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62 %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563209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jeux d'éveil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tapis d'éveil Gymini Tiny Love atteint 9,2 fois le CTR moyen, et le groupe jeux d'éveil 4,05 fois. Ils ne représentent pourtant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fortement la part des jeux et tapis d'éveil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l'annonce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avec un prix précis (tapis à 69,63 €, trotteur à 44,99 €) font partie des meilleures.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Indiquer le prix et la livraison offerte dans les accroches.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mobilier et le sommeil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chaise haute Lily (0,36 fois), le siège auto EvoluFix (0,46 fois) et le lit parapluie (0,50 fois) restent nettement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moment concret (premier repas, départ en vacances).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l'éveil et la sécurité de la maison.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374 204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374 204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1 591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conduite accompagnée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permis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achat d'une voiture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15 ans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auto-école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3 000 km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raid en montagne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accident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prévention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sécurité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la Sécurité Routière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MOMENTS DE VIE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Conversations déclenchées par un événement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Achat d'une voiture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Vie en van · 17 %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Départ en vacances · 17 %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Raid en montagne · 12 %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Événement automobile · 6 %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Accident de voiture · 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27929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55920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16854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L'achat d'une voiture, premier déclencheur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41 % des conversations du secteur sont déclenchées par l'achat d'une voiture, devant la vie en van et les départs en vacances (17 % chacun).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Relier la conduite accompagnée au futur premier véhicule : « Préparez le permis avant la première voiture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annonce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Toute la campagne repose sur l'annonce « Conduite accompagnée : 15 ans, c'est le bon moment », qui génère 1 591 clics pour un CTR de 0,43 %.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variées (parents, économies, réussite au permis) pour identifier les messages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parents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bénéfices de l'annonce (3 000 km au volant, meilleurs résultats au permis, moins d'accidents, moins cher) s'adressent surtout aux parents.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version dédiée aux parents et une version dédiée aux jeunes de 15 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mois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génère 374 204 impressions et 1 591 clics en septembre.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(inscriptions, visites de la page) pour piloter la suite.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FidMe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 · 24 %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17 %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18 %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4 %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24 %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32186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564368" y="4771948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4134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15686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469331"/>
            <a:ext cx="475488" cy="32186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offres concrètes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L'offre « 2 € pour l'achat d'un pack STABILO » atteint 2,07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montant remboursé dans le titre de l'annonce.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vins et les gourmandises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vins (1,28 fois), les snacks et confiseries (1,19 fois) et les boissons (1,18 fois) dépassent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vins et gourmandises à l'approche des fêtes.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végétal, le bébé et l'animalerie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boissons végétales Bjorg (0,56 fois), Le Gaulois Végétal (0,60 fois), Blédichef (0,64 fois) et Whiskas (0,70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centrées sur l'économie réalisée.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3 086. Le CTR passe de 0,23 % à 0,44 %. WaterWipes représente 16 % de la diffusion.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offres qui performent et préparer les offres de Noël.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fitted tops to go with these grey jeans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Where can I find comfortable tulip jeans with a little stretch?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complete outfit ideas with a long denim skirt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What's the real difference between a softshell and a puffer jacket?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Can I wear these shorts to the office without looking too casual?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22 %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&lt; 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7311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81574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402275"/>
            <a:ext cx="475488" cy="29504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697321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Vintage and heritage pieces drive clicks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The Vintage Red Tab™ T-shirt reaches 1.84 times the average CTR, the Vintage Boxy sweatshirt 1.31 times and the Trucker jacket 1.38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Put vintage and heritage pieces forward in the campaign.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stay above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Men's jeans reach 1.13 times the average and women's jeans 1.05 times. The XL Straight jean reaches 1.28 times.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jeans at the centre, with a focus on relaxed and straight 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Accessories underperform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Belts, beanies and caps stay at 0.49 times the average.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Show accessories as a complement once the shopper has found their jeans.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Jackets and sweats are rising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Jackets and sweats reach 1.24 times the average and skirts and dresses 1.20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Push outerwear for the cold season (Trucker, sherpa, sweats).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prises connectées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canalisations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outils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tuyaux PVC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gel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humidimètre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Legrand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chantier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peinture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Leroy Merlin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Chausson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prises connectées compatibles avec ma box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puissance de prise renforcée recommandes-tu pour un usage quotidien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protéger les canalisations et la pompe contre le gel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risques pour les tuyaux PVC à long terme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me recommander un bon humidimètre pour bois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 · 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11 %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69 %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4651248"/>
            <a:ext cx="475488" cy="4023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691481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69 %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plomberie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groupe plomberie atteint 1,43 fois le CTR moyen. L'annonce sur les colliers monobloc Nicoll atteint 2,35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à la plomberie et au chauffe-eau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packs d'outils séduisent les pros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d'outils électroportatifs (Milwaukee, Makita, Dewalt…) atteignent 1,87 fois la moyenne, avec la livraison offerte dès 120 € 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packs chantier et la livraison offerte.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interrupteurs restent un point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commandes d'éclairage Schneider Odace atteignent 1,36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l'électricité comme univers clé de la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fiches produit génériques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au format « Référence + Tout l'équipement pro au meilleur prix » restent sous la moyenne (veste haute visibilité 0,52 fois, radiateur 0,58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le bénéfice pour le chantier plutôt que la seule référence.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Une enceinte pour la radio et Deezer avec un bon son, budget max 550 €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le plus approprié si je ne veux pas dépasser 200 €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Si je reste à 400 €, quelle platine sans enceintes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d'acheter des écouteurs filaires aujourd'hui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sont les meilleures offres sur les enceintes pour les French Days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75452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enceintes Bluetooth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sans fil Bluetooth atteignent 1,28 fois le CTR moyen. L'Acton III atteint 1,79 fois et l'Emberton III 1,32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enceintes Bluetooth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de soirée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sono et DJ Bromley restent à 0,63 fois la moyenne, alors qu'elles représentent 19 %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associer à un usage précis (fête, extérieur).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prix aide à cliquer sur les casques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casque Major V avec son prix (149,99 €) atteint 1,44 fois la moyenne. Sans prix, le même casque reste à 0,76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dans les annonces casques.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doublent presque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enceintes Bluetooth et les casques avec prix.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hauts ajustés pour accompagner ce jean gris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coupe de robe convient le mieux aux petites poitrines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 choisir pour un look mariage avec un ensemble vichy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collants opaques tu recommandes pour l'hiver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ces Skechers et la livraison la plus rapide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Petit équipement domestique · 15 %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23 %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40172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241340"/>
            <a:ext cx="475488" cy="30845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collants restent le point 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collants Sublim DIM et les bas nylon atteignent jusqu'à 1,26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les collants au cœur de la campagne, surtout avec l'arrivée du froid.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papeterie scolaire surprend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pochettes de papier à dessin Canson atteignent 1,23 fois la moyenne, et les fournitures scolaires 1,15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la rentrée pour garder la papeterie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la lingerie et le linge de maison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lots de slips DIM (0,86 fois) et le drap housse bio (0,77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un bénéfice concret (confort, maintien) plutôt que le lot.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 mais les clics progressent de 24 %. Le CTR passe de 0,19 %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conversions.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Location de vacances France et Europe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en hiver · 50 %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Deux annonces au même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location France et Europe (1,03 fois le CTR moyen) et l'annonce montagne en hiver (0,97 fois) se partagent la diffusion à parts égales.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destination pour identifier ce qui clique le plus.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d'hiver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moitié de la diffusion porte déjà sur les séjours à la montagne cet hiver.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résidences près des pistes pour les vacances de Noël et d'hiver.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91 % des conversations partent d'un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presque toutes les conversations du secteur.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résidence à une période de départ : Noël, vacances d'hiver, week-ends prolongés.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sur la saison d'hiver.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 sel marin, fleur de sel : c'est juste du marketing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mentions « vierge extra » sont-elles vraiment fiables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un chocolat est vraiment bio ou équitable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volailles et charcuterie · 19 %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31 %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16 %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25481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5120640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362041"/>
            <a:ext cx="475488" cy="21457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coffrets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coffret Champagne et Safran atteint 1,96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coffrets cadeaux pour les fêtes de fin d'année.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légumes de saison et les fromages cliquent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légumes de saison atteignent 1,42 fois la moyenne, le comté 12 mois AOP 1,24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produit à son producteur et à sa saison.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poissons et fruits de 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poissons et fruits de mer restent à 0,52 fois la moyenne (huîtres gratinées 0,44 fois, saumon au miel 0,46 fois), alors qu'ils représentent 14 %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présenter comme une idée de repas de fête.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Compte pro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30 %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Facturation · 29 %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facturation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Logiciel de facturation gratuit » atteint 1,13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facturation électronique, à l'approche de la réforme.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création d'entreprise fonctionne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création d'entreprise atteint 1,06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moments de création (statuts, dépôt de capital, immatriculation).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l'annonce compte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compte pro représente 41 % de la diffusion mais reste à 0,86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accroche plus concrète (ouverture en quelques minutes, cartes, virements instantanés).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4 757 clics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de septembre porte sur les smartphones reconditionnés, pas sur la photo d'identité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promesse simple qui fonctionne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Photo d'identité en ligne en 2 minutes » génère 1 240 clics. Le CTR passe de 0,21 % à 0,52 %.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la rapidité et la conformité comme arguments principaux.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accroche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2 annonces diffusées portent le même message et obtiennent le même CTR (0,98 à 1,02 fois la moyenne).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démarche (passeport, permis ANTS, visa, photo de bébé) pour identifier celles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un rapport sur la photo d'identité.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24 % mais les clics progressent de 90 %.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(photos réalisées, téléchargements, CPA cible).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Paris – Rennes · 23 %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Lyon / Marseille / Nice · 23 %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Bordeaux / Toulouse · 17 %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Nantes / Lille / Strasbourg · 21 %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International (Amsterdam, Barcelone) · 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liaisons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4758537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64368" y="5066995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94985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trajets vers Paris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trajets Lille – Paris, Marseille – Paris et Lyon – Paris atteignent plus de 1,3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trajets retour vers Paris.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Paris – Rennes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Rennes représente 23 % de la diffusion mais reste à 0,54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Rééquilibrer la diffusion vers les liaisons qui cliquent le plus (Lyon, Toulouse, Lille).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liaisons internationales intéressent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Barcelone (1,17 fois) et Paris – Amsterdam (1,10 fois) dépassent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davantage de liaisons internationales.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30/09, la campagne génère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