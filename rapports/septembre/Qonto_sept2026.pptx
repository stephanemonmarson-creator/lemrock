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Qonto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11111"/>
                </a:solidFill>
                <a:latin typeface="Arial"/>
              </a:rPr>
              <a:t>1 094 021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1 094 021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4 757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4 757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0,43 %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0,43 %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création d'entreprise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compte pro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Boursorama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BNP Paribas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Revolut Business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Shine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retraite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vol de portefeuille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carte perdue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LCL</a:t>
            </a:r>
            <a:r>
              <a:rPr sz="1100" b="0" i="0">
                <a:solidFill>
                  <a:srgbClr val="EE6A2C"/>
                </a:solidFill>
                <a:latin typeface="Arial"/>
              </a:rPr>
              <a:t>   Crédit Agricole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banque en ligne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professionnels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À compléter : le rapport d'insights ne fournit pas d'exemples de requêtes pour Qonto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Ouverture de compte pro</a:t>
            </a:r>
          </a:p>
        </p:txBody>
      </p:sp>
      <p:sp>
        <p:nvSpPr>
          <p:cNvPr id="70" name="Rectangle 69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Création d'entreprise · 22 %</a:t>
            </a:r>
          </a:p>
        </p:txBody>
      </p:sp>
      <p:sp>
        <p:nvSpPr>
          <p:cNvPr id="72" name="Rectangle 71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Cartes et paiements · 18 %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Comparaison des banques pro · 14 %</a:t>
            </a:r>
          </a:p>
        </p:txBody>
      </p:sp>
      <p:sp>
        <p:nvSpPr>
          <p:cNvPr id="76" name="Rectangle 75"/>
          <p:cNvSpPr/>
          <p:nvPr/>
        </p:nvSpPr>
        <p:spPr>
          <a:xfrm>
            <a:off x="8077200" y="5480304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8296656" y="546201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Comptabilité et facturation · 8 %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077200" y="574852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8296656" y="573024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Frais et tarifs · 4 %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10564368" y="4450080"/>
            <a:ext cx="475488" cy="45598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10564368" y="4450080"/>
            <a:ext cx="475488" cy="4559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34 %</a:t>
            </a:r>
          </a:p>
        </p:txBody>
      </p:sp>
      <p:sp>
        <p:nvSpPr>
          <p:cNvPr id="82" name="Rectangle 81"/>
          <p:cNvSpPr/>
          <p:nvPr/>
        </p:nvSpPr>
        <p:spPr>
          <a:xfrm>
            <a:off x="10564368" y="4906060"/>
            <a:ext cx="475488" cy="295046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10564368" y="5201107"/>
            <a:ext cx="475488" cy="241401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0564368" y="5442508"/>
            <a:ext cx="475488" cy="187756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10564368" y="5630265"/>
            <a:ext cx="475488" cy="107289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10564368" y="5737555"/>
            <a:ext cx="475488" cy="53644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Qonto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Cibler la création d'entreprise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La création d'entreprise déclenche 15,1 % des conversations du secteur, un moment clé pour ouvrir un compte pro.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Construire les accroches autour du lancement : « Ouvrez votre compte pro en quelques minutes ».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Être présent après une perte ou un vol de carte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 remplacement après perte (19,2 %) et le vol de portefeuille (5,4 %) déclenchent près d'un quart des conversations.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Mettre en avant la gestion des cartes depuis l'appli (blocage, carte virtuelle).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Une forte présence ads, peu de recommandation spontanée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Qonto pèse 47,8 % de part de voix ads (+45,6 pts) et 1,5 % de part de voix (+0,8 pt). Les IA citent spontanément Shine (18,3 %) et Revolut Business (14,4 %), mais Qonto dans moins de 0,1 % des cas.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Enrichir les contenus de marque (comparatifs, guides de création) pour être recommandé sans être nommé.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Un premier mois solide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Lancée le 03/09, la campagne génère 1 094 021 impressions et 4 757 clics, pour un CTR de 0,43 %.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Mesurer les ouvertures de compte pour piloter la campagne au coût par acquisition.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