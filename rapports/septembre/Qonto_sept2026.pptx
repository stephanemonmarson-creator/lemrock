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Boursorama · 23 %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BNP Paribas · 14 %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Revolut Business · 10 %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Crédit Agricole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Banque Populaire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Qonto 1,5 %) · 34 %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58537"/>
            <a:ext cx="475488" cy="1877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46294"/>
            <a:ext cx="475488" cy="1341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08040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21451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