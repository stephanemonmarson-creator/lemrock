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Qonto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rial"/>
              </a:rPr>
              <a:t>1 094 021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1 094 021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4 757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4 757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0,43 %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création d'entreprise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compte pro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Boursorama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BNP Paribas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Revolut Business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Shine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retraite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vol de portefeuille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carte perdue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LCL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Crédit Agricole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banque en ligne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professionnels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À compléter : le rapport d'insights ne fournit pas d'exemples de requêtes pour Qonto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MARQUES CITÉES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Part de voix dans les messages utilisateurs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6" y="438912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Boursorama · 23 %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96656" y="4657344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BNP Paribas · 14 %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6656" y="4925568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Revolut Business · 10 %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5193792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Crédit Agricole · 10 %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5462016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Banque Populaire · 9 %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573024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Autres (dont Qonto 1,5 %) · 34 %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4450080"/>
            <a:ext cx="475488" cy="308457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64368" y="4758537"/>
            <a:ext cx="475488" cy="187756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564368" y="4946294"/>
            <a:ext cx="475488" cy="134112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64368" y="5080406"/>
            <a:ext cx="475488" cy="134112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64368" y="5214518"/>
            <a:ext cx="475488" cy="12070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64368" y="5335219"/>
            <a:ext cx="475488" cy="45598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564368" y="5335219"/>
            <a:ext cx="475488" cy="455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34 %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Qonto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Cibler la création d'entreprise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création d'entreprise déclenche 15,1 % des conversations du secteur, un moment clé pour ouvrir un compte pro.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Construire les accroches autour du lancement : « Ouvrez votre compte pro en quelques minutes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Être présent après une perte ou un vol de carte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remplacement après perte (19,2 %) et le vol de portefeuille (5,4 %) déclenchent près d'un quart des conversations.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la gestion des cartes depuis l'appli (blocage, carte virtuelle).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forte présence ads, peu de recommandation spontanée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Qonto pèse 47,8 % de part de voix ads (+45,6 pts) et 1,5 % de part de voix (+0,8 pt). Les IA citent spontanément Shine (18,3 %) et Revolut Business (14,4 %), mais Qonto dans moins de 0,1 % des cas.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Enrichir les contenus de marque (comparatifs, guides de création) pour être recommandé sans être nommé.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 premier mois solide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Lancée le 03/09, la campagne génère 1 094 021 impressions et 4 757 clics, pour un CTR de 0,43 %.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Mesurer les ouvertures de compte pour piloter la campagne au coût par acquisition.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