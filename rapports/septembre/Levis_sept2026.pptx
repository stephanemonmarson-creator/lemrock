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378 398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961 503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2 927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jean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501 Original Fit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jean tulipe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élasthanne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hauts ajustés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doudoune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jupe en jean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veste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Zara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Uniqlo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Wrangler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collants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Celio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hauts ajustés pour accompagner ce jean gris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des jeans tulipe confortables avec un peu d'élasthanne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idées de tenues complètes avec la jupe en jean longue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C'est quoi la vraie différence entre une softshell et une doudoune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porter ce short au bureau sans être trop décontractée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Hauts et pantalons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Vestes et plein air · 21 %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Sport et cyclisme · 11 %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Robes et jupes · 13 %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Lingerie et chaussettes · 12 %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· 14 %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3889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388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29 %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839004"/>
            <a:ext cx="475488" cy="281635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120640"/>
            <a:ext cx="475488" cy="147523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268163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442508"/>
            <a:ext cx="475488" cy="16093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603443"/>
            <a:ext cx="475488" cy="1877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jean comme pièce centrale du look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requêtes partent souvent du jean pour construire une tenue : hauts à associer, jupe en jean, jean tulipe avec élasthanne.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les accroches autour du look complet : « Le 501 et le haut qui va avec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 501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Levi's représente 41,1 % des recherches qui nomment une marque, et le 501 Original Fit est le seul modèle cité.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Faire du 501 le produit d'appel des campagnes.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3e marque, devant tous les spécialistes du jean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Levi's est 3e en part de voix (17,6 %, +5,7 pts), derrière Zara et Uniqlo. Dans les recommandations spontanées des IA, Levi's recule à 7,9 % (−4,4 pts). Côté ads : 14,1 % (−0,6 pt).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présence ads et renforcer les contenus pour regagner les recommandations spontanées.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29 %, mais les clics progressent de 46 %. Le CTR passe de 0,22 % à 0,44 %.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et décliner les accroches sur la saison froide (vestes, doudounes).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