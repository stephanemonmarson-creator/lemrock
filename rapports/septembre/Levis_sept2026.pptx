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PERFORMANCE REPORT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Levi's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378 398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−29 %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1 193 411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1 677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+46 %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3 370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QUALITATIVE INSIGHTS · SEARCH ANALYSIS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LEXICAL FIELD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Most frequent terms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jeans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501 Original Fit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tulip jeans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stretch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fitted tops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puffer jacket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denim skirt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jacket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Zara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Uniqlo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Wrangler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tights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Celio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SAMPLE QUERIES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asked to AI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Show me fitted tops to go with these grey jeans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Where can I find comfortable tulip jeans with a little stretch?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Show me complete outfit ideas with a long denim skirt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What's the real difference between a softshell and a puffer jacket?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Can I wear these shorts to the office without looking too casual?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PRODUCT CATEGORIES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Campaign product mix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Jeans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26864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0857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Tops and shirts · 25 %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846320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82803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Dresses, skirts and shorts · 11 %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065776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04748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Accessories · 9 %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285232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2669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Other relaxed bottoms · 8 %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50468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48640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Jackets · 7 %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77200" y="5724144"/>
            <a:ext cx="121920" cy="12192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96656" y="570585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Chinos and cargos · 3 %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4450080"/>
            <a:ext cx="475488" cy="49621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4368" y="4450080"/>
            <a:ext cx="475488" cy="4962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37 %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64368" y="4946294"/>
            <a:ext cx="475488" cy="33528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64368" y="4946294"/>
            <a:ext cx="475488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25 %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564368" y="5281574"/>
            <a:ext cx="475488" cy="147523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4368" y="5429097"/>
            <a:ext cx="475488" cy="12070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564368" y="5549798"/>
            <a:ext cx="475488" cy="107289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564368" y="5657088"/>
            <a:ext cx="475488" cy="9387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64368" y="5750966"/>
            <a:ext cx="475488" cy="40233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QUALITATIVE INSIGHTS ·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Levi's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OBJECTIVE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To be 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QUALITATIVE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Jeans as the centre of the outfit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Queries often start from the jeans to build a look: tops to pair with them, a denim skirt, tulip jeans with stretch.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Build messages around the complete outfit: « The 501 and the top that goes with it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Put the 501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Levi's accounts for 41.1% of searches naming a brand, and the 501 Original Fit is the only model cited.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Make the 501 the lead product of the campaign.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3rd brand, ahead of every denim specialist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Levi's ranks 3rd in share of voice (17.6%, +5.7 pts), behind Zara and Uniqlo. In AI spontaneous recommendations, Levi's drops to 7.9% (−4.4 pts). Ads share: 14.1% (−0.6 pt).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Keep ad presence and strengthen brand content to win back spontaneous recommendations.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Fewer impressions, more clicks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Impressions fall 29% but clicks rise 46%. CTR goes from 0.22% to 0.44%.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Keep the targeting and extend messages to the cold season (jackets, Trucker, outerwear).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