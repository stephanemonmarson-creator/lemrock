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salée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Boulangerie et sucré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Plats préparés et autres · 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6327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632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55920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Prouver la qualité des ingrédients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sont le premier frein (30,4 %), devant le doute sur l'utilité réelle (22,6 %) : l'audience lit les étiquettes et se méfie des mentions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l'origine, la liste courte d'ingrédients et le savoir-faire artisanal de chaque produit.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 frein du prix et de la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prix (14,2 %) et la livraison (13,3 %) suivent : l'audience veut savoir où acheter en ligne et à quel coût.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les conditions de livraison et un panier découverte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à Picard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Pour de Bon pèse 2,9 % de part de voix (+1,0 pt, 6e), Picard 66,2 %. Les IA ne citent pas encore spontanément Pour de Bon (&lt; 0,1 %). Côté ads : 14,7 % (+1,2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développer des contenus (recettes, guides produits) pour être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31 %,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 et tester des accroches recettes de saison.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