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 sel marin, fleur de sel : c'est juste du marketing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mentions « vierge extra » sont-elles vraiment fiables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un chocolat est vraiment bio ou équitable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volailles et charcuterie · 19 %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31 %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16 %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25481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5120640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362041"/>
            <a:ext cx="475488" cy="21457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coffrets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coffret Champagne et Safran atteint 1,96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coffrets cadeaux pour les fêtes de fin d'année.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légumes de saison et les fromages cliquent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légumes de saison atteignent 1,42 fois la moyenne, le comté 12 mois AOP 1,24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produit à son producteur et à sa saison.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poissons et fruits de 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poissons et fruits de mer restent à 0,52 fois la moyenne (huîtres gratinées 0,44 fois, saumon au miel 0,46 fois), alors qu'ils représentent 14 %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présenter comme une idée de repas de fête.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