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Pour de 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701 502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−31 %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2 476 488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3 334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7 502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sans additifs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étiquette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fleur de sel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huile d'olive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fromage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épices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bio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chocolat 70 %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frais de livraison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vinaigre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comté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Picard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La Grande Épicerie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repérer une vraie tablette sans additifs sur l'étiquette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 sel marin, fleur de sel : c'est juste du marketing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Les mentions « vierge extra » sont-elles vraiment fiables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je peux l'acheter en ligne et y a-t-il des frais de livraison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savoir si un chocolat est vraiment bio ou équitable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Viandes, volailles et charcuterie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Champagnes, vins et cadeaux · 22 %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Poissons et produits de la mer · 21 %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Fromages et produits laitiers · 21 %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Épicerie sucrée et miel · 4 %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Plats préparés et spécialités · 3 %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38892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388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29 %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4839004"/>
            <a:ext cx="475488" cy="29504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134051"/>
            <a:ext cx="475488" cy="281635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415686"/>
            <a:ext cx="475488" cy="281635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697321"/>
            <a:ext cx="475488" cy="53644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750966"/>
            <a:ext cx="475488" cy="40233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Pour de 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Prouver la qualité des ingrédients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composition et les ingrédients sont le premier frein (30,4 %), devant le doute sur l'utilité réelle (22,6 %) : l'audience lit les étiquettes et se méfie des mentions marketing.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l'origine, la liste courte d'ingrédients et le savoir-faire artisanal de chaque produit.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Lever le frein du prix et de la livraison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prix (14,2 %) et la livraison (13,3 %) suivent : l'audience veut savoir où acheter en ligne et à quel coût.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Afficher les conditions de livraison et un panier découverte dans l'accroche.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Exister face à Picard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Pour de Bon pèse 2,9 % de part de voix (+1,0 pt, 6e), Picard 66,2 %. Les IA ne citent pas encore spontanément Pour de Bon (&lt; 0,1 %). Côté ads : 14,7 % (+1,2 pt).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Maintenir la présence ads et développer des contenus (recettes, guides produits) pour être recommandé.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31 %, mais les clics progressent de 32 %. Le CTR passe de 0,25 % à 0,48 %.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Prolonger le ciblage resserré et tester des accroches recettes de saison.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