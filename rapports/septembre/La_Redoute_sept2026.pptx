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La Redoute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656 699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5 620 971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+91 %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14 079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+0,24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0,25 %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−0,13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0,23 %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mariage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cadeau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chaussures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rideaux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déménagement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plante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housses anti-acariens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livraison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IKEA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Amazon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Kiabi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réveillon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Maisons du Monde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Les housses anti-acariens sont-elles vraiment efficaces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Y a-t-il des risques d'allergies avec des rideaux recyclés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modèles de chaussures montantes conseilles-tu pour la randonnée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modèles de chaussures aquatiques fermées pour rochers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MARQUES CITÉES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Part de voix dans les messages utilisateurs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IKEA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Amazon · 32 %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Kiabi · 14 %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La Redoute · 6 %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Zalando · 4 %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96656" y="573024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Autres · 9 %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564368" y="4450080"/>
            <a:ext cx="475488" cy="469392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64368" y="4450080"/>
            <a:ext cx="475488" cy="469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35 %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4368" y="4919472"/>
            <a:ext cx="475488" cy="42915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564368" y="4919472"/>
            <a:ext cx="475488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32 %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64368" y="5348630"/>
            <a:ext cx="475488" cy="187756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64368" y="5536387"/>
            <a:ext cx="475488" cy="80467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616854"/>
            <a:ext cx="475488" cy="53644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670499"/>
            <a:ext cx="475488" cy="12070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La Redoute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Générer des ventes avec un focus sur les nouveaux clients (~40 %) et les marques propres Fashion &amp;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Des ventes en hausse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13 conversions en septembre (9 en août) pour 779 € de GMV. Le ROAS passe de 0,62 à 0,95.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Prolonger sur les catégories qui convertissent, en priorité les marques propres.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Activer les moments de vie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mariage (18,3 %), le cadeau (12,8 %), les vacances (12,4 %) et le déménagement (8,0 %) déclenchent les conversations.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Décliner des accroches mode (tenue de mariage) et maison (déménagement, réveillon).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2e marque recommandée par les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Redoute est 2e des recommandations spontanées des IA (19,1 %), derrière Amazon, mais recule à 6,1 % de part de voix (−1,8 pt). Côté ads : 11,8 % (+4,8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Maintenir la présence ads pour convertir cette recommandation en ventes.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Rassurer sur l'utilité et le prix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doute sur l'utilité réelle (21,8 %) et le prix (19,2 %) sont les premiers freins, devant la fiabilité (16,6 %).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la qualité des matières et les retours gratuits.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