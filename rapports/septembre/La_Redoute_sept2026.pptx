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656 699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5 620 971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14 079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−0,13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cadeau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chaussures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rideaux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déménagement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plante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housses anti-acariens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IKEA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Kiabi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réveillon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Maisons du Monde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housses anti-acariens sont-elles vraiment efficaces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risques d'allergies avec des rideaux recyclés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de chaussures montantes conseilles-tu pour la randonnée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modèles de chaussures aquatiques fermées pour rochers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Mobilier et décoration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femme · 20 %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accessoires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Literie et linge de maison · 15 %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homme · 8 %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enfant · 6 %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extérieur · 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Arts de la table et cuisine · 3 %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482559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94985"/>
            <a:ext cx="475488" cy="20116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96153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03443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des ventes avec un focus sur les nouveaux clients (~40 %) et les marques propres Fashion &amp;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ventes en hausse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13 conversions en septembre (9 en août) pour 779 € de GMV. Le ROAS passe de 0,62 à 0,95.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sur les catégories qui convertissent, en priorité les marques propres.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les moments de 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(18,3 %), le cadeau (12,8 %), les vacances (12,4 %) et le déménagement (8,0 %) déclenchent les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des accroches mode (tenue de mariage) et maison (déménagement, réveillon).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2e marque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Redoute est 2e des recommandations spontanées des IA (19,1 %), derrière Amazon, mais recule à 6,1 % de part de voix (−1,8 pt). Côté ads : 11,8 % (+4,8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pour convertir cette recommandation en ventes.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 et le prix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(21,8 %) et le prix (19,2 %) sont les premiers freins, devant la fiabilité (16,6 %).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matières et les retours gratuits.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