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iPhone 15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fiabilité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Galaxy S25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remplacement après panne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256 Go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prix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garantie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Back Market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Amazon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Cdiscount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promotion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autre modèle. Il reste trop cher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Smartphones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mobiles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Téléphones fixes ·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124724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12472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93 %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là au moment du remplacement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L'équipement d'un enfant (29,9 %), l'achat d'un smartphone (17,8 %) et le remplacement après panne (17,7 %) déclenchent les conversations.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messages « remplacement rapide » et « premier smartphone pour votre enfant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fiabilité du reconditionné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fiabilité (16,5 %) et le prix (16,5 %) font partie des premiers freins, avec des questions directes sur les iPhone reconditionnés.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garantie, les tests réalisés et l'état du produit dans chaque 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notoriété face aux grandes plateformes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Smartphone ID reste sous 0,1 % de part de voix, face à Back Market (30,4 %) et Amazon (29,8 %). Côté ads : 10,4 % (−0,6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et travailler la marque (avis clients, garantie) pour être cité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fait plus que doubler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653 à 1 240 (+90 %) malgré 24 % d'impressions en moins. Le CTR passe de 0,21 % à 0,52 %.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modèles les plus recherchés : iPhone, Galaxy S, Redmi.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