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de septembre porte sur les smartphones reconditionnés, pas sur la photo d'identité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 : insight à rédiger à partir d'un rapport sur la photo d'identité.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à refaire sur le bon secteur.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à refaire sur le bon secteur.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fait plus que doubler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653 à 1 240 (+90 %) malgré 24 % d'impressions en moins. Le CTR passe de 0,21 % à 0,52 %.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modèles les plus recherchés : iPhone, Galaxy S, Redmi.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