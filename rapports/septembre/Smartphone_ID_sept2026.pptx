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Smartphone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240 223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−24 %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558 183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+90 %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1 893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+0,31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0,34 %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55B66"/>
                </a:solidFill>
                <a:latin typeface="Arial"/>
              </a:rPr>
              <a:t>À compléter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55B66"/>
                </a:solidFill>
                <a:latin typeface="Arial"/>
              </a:rPr>
              <a:t>Rapport d'insights de septembre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55B66"/>
                </a:solidFill>
                <a:latin typeface="Arial"/>
              </a:rPr>
              <a:t>hors sujet (smartphones reconditionnés)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À compléter : le rapport d'insights de septembre porte sur les smartphones reconditionnés, pas sur la photo d'identité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Carte d'identité et passeport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Permis de conduire et e-photo ANTS · 24 %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Visa et titre de séjour · 15 %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Création et contrôle de conformité · 10 %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Photos de bébé, d'enfant et publics empêchés · 5 %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Impression et livraison à domicile · 5 %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41 %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64368" y="4999939"/>
            <a:ext cx="475488" cy="321868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64368" y="5321808"/>
            <a:ext cx="475488" cy="201168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64368" y="5522976"/>
            <a:ext cx="475488" cy="134112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64368" y="5657088"/>
            <a:ext cx="475488" cy="67056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564368" y="5724144"/>
            <a:ext cx="475488" cy="67056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Smartphone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promesse simple qui fonctionne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L'annonce « Photo d'identité en ligne en 2 minutes » génère 1 240 clics. Le CTR passe de 0,21 % à 0,52 %.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Garder la rapidité et la conformité comme arguments principaux.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seule accroche diffusée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2 annonces diffusées portent le même message et obtiennent le même CTR (0,98 à 1,02 fois la moyenne).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Ajouter des annonces par démarche (passeport, permis ANTS, visa, photo de bébé) pour identifier celles qui cliquent le plus.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À compléter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rapport d'insights de septembre porte sur un autre secteur (smartphones reconditionnés).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À compléter avec un rapport sur la photo d'identité.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Moins d'impressions, plus de clics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impressions baissent de 24 % mais les clics progressent de 90 %.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Définir un objectif de campagne (photos réalisées, téléchargements, CPA cible).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