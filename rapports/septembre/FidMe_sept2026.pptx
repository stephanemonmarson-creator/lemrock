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FidMe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705 558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+16 %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3 385 630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3 086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+124 %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8 342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0,44 %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+0,21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0,25 %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cadeau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LEGO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Dealabs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iGraal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Google Wallet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Apple Wallet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Shopmium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Coupon Network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Joko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Poulpeo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eBuyClub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naissance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Widilo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À compléter : le rapport d'insights ne fournit pas d'exemples de requêtes pour FidMe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Boissons · 24 %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Produits frais et végétaux · 17 %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Épicerie et snacking · 18 %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Cashback et coupons · 13 %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Alimentation pour animaux · 4 %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Hygiène, entretien et bébé · 24 %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64368" y="4450080"/>
            <a:ext cx="475488" cy="32186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564368" y="4771948"/>
            <a:ext cx="475488" cy="22799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564368" y="4999939"/>
            <a:ext cx="475488" cy="241401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564368" y="5241340"/>
            <a:ext cx="475488" cy="174345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64368" y="5415686"/>
            <a:ext cx="475488" cy="53644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564368" y="5469331"/>
            <a:ext cx="475488" cy="321868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FidMe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Acquérir de nouveaux clients.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offres concrètes cliquent le mieux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L'offre « 2 € pour l'achat d'un pack STABILO » atteint 2,07 fois le CTR moyen.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le montant remboursé dans le titre de l'annonce.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vins et les gourmandises surperforment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vins (1,28 fois), les snacks et confiseries (1,19 fois) et les boissons (1,18 fois) dépassent la moyenne.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Donner plus de place aux vins et gourmandises à l'approche des fêtes.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le végétal, le bébé et l'animalerie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boissons végétales Bjorg (0,56 fois), Le Gaulois Végétal (0,60 fois), Blédichef (0,64 fois) et Whiskas (0,70 fois) restent sous la moyenne.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Tester des accroches centrées sur l'économie réalisée.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 CTR double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passent de 1 378 à 3 086. Le CTR passe de 0,23 % à 0,44 %. WaterWipes représente 16 % de la diffusion.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Poursuivre sur les offres qui performent et préparer les offres de Noël.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