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Dealabs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iGraal · 15 %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Google Wallet · 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Joko · 5 %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Poulpeo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FidMe 0,7 %) · 13 %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174284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75452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82742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54979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