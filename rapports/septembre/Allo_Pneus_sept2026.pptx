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Allo Pneus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577 195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−59 %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3 845 061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2 287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6 845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+0,24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0,18 %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pneu hiver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 jante</a:t>
            </a:r>
          </a:p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555B66"/>
                </a:solidFill>
                <a:latin typeface="Arial"/>
              </a:rPr>
              <a:t>3PMSF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 roue de secours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EE6A2C"/>
                </a:solidFill>
                <a:latin typeface="Arial"/>
              </a:rPr>
              <a:t>voiture électrique</a:t>
            </a:r>
            <a:r>
              <a:rPr sz="1300" b="0" i="0">
                <a:solidFill>
                  <a:srgbClr val="555B66"/>
                </a:solidFill>
                <a:latin typeface="Arial"/>
              </a:rPr>
              <a:t>    freinage</a:t>
            </a:r>
          </a:p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E6A2C"/>
                </a:solidFill>
                <a:latin typeface="Arial"/>
              </a:rPr>
              <a:t>Michelin Alpin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 loi montagne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Continental WinterContact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chaînes à neige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autonomie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kit anti-crevaison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toutes saisons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pneus pas chers sont quand même sûrs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pneus VE recommandez-vous pour une Zoé 2020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Peux-tu comparer Michelin Alpin 7 et Continental WinterContact TS870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Chaînes, chaussettes ou pneus hiver : quoi privilégier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Mes pneus toutes saisons suffisent-ils pour la loi montagne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auto et dimensions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Jantes et roues · 15 %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hiver et neige · 8 %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Crevaison et dépannage · 8 %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été et toutes saisons · 2 %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73024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connectés · 1 %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4450080"/>
            <a:ext cx="475488" cy="88513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564368" y="4450080"/>
            <a:ext cx="475488" cy="8851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66 %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5335219"/>
            <a:ext cx="475488" cy="201168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64368" y="5536387"/>
            <a:ext cx="475488" cy="107289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564368" y="5643676"/>
            <a:ext cx="475488" cy="107289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750966"/>
            <a:ext cx="475488" cy="26822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Allo Pneus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Préparer dès maintenant la saison hiver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Pneus hiver et chaînes à neige pèsent 8,5 % des produits nommés en septembre. Les questions sur la loi montagne, le marquage 3PMSF et la comparaison Michelin Alpin / Continental WinterContact se multiplient.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Lancer des messages hiver dès octobre : conformité loi montagne, comparatifs de modèles, montage avant les premiers froids.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Cibler les conducteurs de voitures électriques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De nombreuses requêtes citent un modèle électrique (Zoé 2020, MG4 EV Urban) ou s'interrogent sur l'impact des pneus ou des jantes sur l'autonomie.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Créer une campagne dédiée « pneus VE » : autonomie, silence de roulement et dimensions compatibles par modèle.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Transformer la visibilité payante en recommandation spontanée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Allo Pneus passe à 7,0 % de part de voix (+5,7 pts, 5e enseigne) et 21,3 % côté ads (+7,0 pts), mais reste sous 0,1 % dans les recommandations spontanées des IA, loin de Michelin et Norauto.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Maintenir la pression publicitaire et enrichir les contenus de marque (guides, fiches produits) pour être cité sans être nommé.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Répondre à des questions plus longues et plus précises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requêtes shopping passent à 12,5 mots en moyenne (+42,7 %). Trois conversations sur quatre sont déclenchées par l'achat d'une voiture. Le CTR passe de 0,15 % à 0,40 % sur le mois.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Décliner les accroches par véhicule et par dimension : « Quels pneus pour votre nouvelle voiture ? », puis la référence adaptée.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