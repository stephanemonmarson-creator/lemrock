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pneu hiver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jante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3PMSF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roue de secours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Michelin Alpin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loi montagne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Continental WinterContact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chaînes à neige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autonomie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kit anti-crevaison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toutes saisons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Peux-tu comparer Michelin Alpin 7 et Continental WinterContact TS870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Chaînes, chaussettes ou pneus hiver : quoi privilégier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Mes pneus toutes saisons suffisent-ils pour la loi montagne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2 %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&lt;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10863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536387"/>
            <a:ext cx="475488" cy="2682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563209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670499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dès maintenant la saison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Pneus hiver et chaînes à neige pèsent 8,5 % des produits nommés en septembre. Les questions sur la loi montagne, le marquage 3PMSF et la comparaison Michelin Alpin / Continental WinterContact se multiplient.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Lancer des messages hiver dès octobre : conformité loi montagne, comparatifs de modèles, montage avant les premiers froids.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les conducteurs de voitures électriques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 nombreuses requêtes citent un modèle électrique (Zoé 2020, MG4 EV Urban) ou s'interrogent sur l'impact des pneus ou des jantes sur l'autonomie.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campagne dédiée « pneus VE » : autonomie, silence de roulement et dimensions compatibles par modèle.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Transformer la visibilité payante en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Allo Pneus passe à 7,0 % de part de voix (+5,7 pts, 5e enseigne) et 21,3 % côté ads (+7,0 pts), mais reste sous 0,1 % dans les recommandations spontanées des IA, loin de Michelin et Norauto.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Maintenir la pression publicitaire et enrichir les contenus de marque (guides, fiches produits) pour être cité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Répondre à des questions plus longues et plus précises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requêtes shopping passent à 12,5 mots en moyenne (+42,7 %). Trois conversations sur quatre sont déclenchées par l'achat d'une voiture. Le CTR passe de 0,15 % à 0,40 % sur le mois.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Décliner les accroches par véhicule et par dimension : « Quels pneus pour votre nouvelle voiture ? », puis la référence adaptée.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