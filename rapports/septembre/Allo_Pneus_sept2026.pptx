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Jantes et roues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Crevaison et dépannage · 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été et toutes saisons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connectés ·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335219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36387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436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50966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