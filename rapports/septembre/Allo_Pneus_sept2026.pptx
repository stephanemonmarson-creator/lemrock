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Allo Pneus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577 195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−59 %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3 845 061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2 287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+6 %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6 845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+0,24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0,18 %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EE6A2C"/>
                </a:solidFill>
                <a:latin typeface="Arial"/>
              </a:rPr>
              <a:t>toutes saisons</a:t>
            </a:r>
            <a:r>
              <a:rPr sz="1800" b="1" i="0">
                <a:solidFill>
                  <a:srgbClr val="111111"/>
                </a:solidFill>
                <a:latin typeface="Arial"/>
              </a:rPr>
              <a:t>    3PMSF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555B66"/>
                </a:solidFill>
                <a:latin typeface="Arial"/>
              </a:rPr>
              <a:t>loi montagne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 freinage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E6A2C"/>
                </a:solidFill>
                <a:latin typeface="Arial"/>
              </a:rPr>
              <a:t>pas chers</a:t>
            </a:r>
            <a:r>
              <a:rPr sz="1300" b="0" i="0">
                <a:solidFill>
                  <a:srgbClr val="555B66"/>
                </a:solidFill>
                <a:latin typeface="Arial"/>
              </a:rPr>
              <a:t>    sûrs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E6A2C"/>
                </a:solidFill>
                <a:latin typeface="Arial"/>
              </a:rPr>
              <a:t>voiture électrique</a:t>
            </a:r>
            <a:r>
              <a:rPr sz="1200" b="1" i="0">
                <a:solidFill>
                  <a:srgbClr val="111111"/>
                </a:solidFill>
                <a:latin typeface="Arial"/>
              </a:rPr>
              <a:t>    MG4 EV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Zoé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 pneus hiver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 chaînes à neige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dimensions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 Continental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pneus pas chers sont quand même sûrs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savoir si mes pneus toutes saisons suffisent pour la loi montagne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modèles 3PMSF recommandes-tu pour la MG4 EV Urban en 2026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pneus recommanderais-tu pour améliorer les distances de freinage à 130 km/h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pneus VE recommandez-vous pour une Zoé 2020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Pneus auto et dimensions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Pneus toutes saisons · 2 %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Accessoires et entretien · 8 %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Pneus moto et scooter · &lt; 1 %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Pneus SUV et utilitaires · &lt; 1 %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Pneus hiver et neige · 9 %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64368" y="4450080"/>
            <a:ext cx="475488" cy="1086307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64368" y="4450080"/>
            <a:ext cx="475488" cy="10863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81 %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564368" y="5536387"/>
            <a:ext cx="475488" cy="26822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564368" y="5563209"/>
            <a:ext cx="475488" cy="107289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564368" y="5670499"/>
            <a:ext cx="475488" cy="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564368" y="5670499"/>
            <a:ext cx="475488" cy="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564368" y="5670499"/>
            <a:ext cx="475488" cy="12070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Allo Pneus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Présenter le 4 saisons comme la réponse à l'hiver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Pneus hiver et chaînes à neige pèsent 8,5 % des produits nommés, avec des questions sur la loi montagne et le 3PMSF. Or 30 des 47 références du catalogue sont des pneus 4 saisons certifiés 3PMSF (Continental, Dunlop, Falken).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Accroche type : « Pneus 4 saisons 3PMSF : conformes à la loi montagne, sans changer de pneus à chaque saison ».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Rassurer sur le rapport sécurité / prix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requêtes associent prix et sécurité (« pas chers mais sûrs », distances de freinage à 130 km/h). Le catalogue va de 52 € à 249 € le pneu, avec des marques premium (Continental, Bridgestone, Dunlop).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les marques premium à prix accessible et les étiquettes européennes (freinage sur sol mouillé, bruit).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Répondre aux conducteurs de voitures électriques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Plusieurs requêtes citent un modèle électrique (MG4 EV, Zoé 2020) et cherchent des pneus adaptés ou certifiés 3PMSF.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Proposer les dimensions compatibles avec ces modèles et mettre en avant le silence de roulement et l'adhérence.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visibilité en forte hausse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Allo Pneus passe à 7,0 % de part de voix (+5,7 pts) et 21,3 % côté ads (+7,0 pts). Le CTR passe de 0,15 % à 0,40 % malgré l'arrêt de diffusion du 10 au 14/09.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Maintenir la pression ads en octobre, au cœur de la saison du changement de pneus.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