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mes pneus toutes saisons suffisent pour la loi montagne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3PMSF recommandes-tu pour la MG4 EV Urban en 2026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recommanderais-tu pour améliorer les distances de freinage à 130 km/h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pneus hiver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(Michelin Alpin 7, Hankook Winter i*cept, Ilink Winter) atteignent 1,15 fois le CTR moyen, devant les 4 saisons (1,02 fois). Elles ne représentent pourtant que 8 % des impressions.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3PMSF dans la diffusion d'octobre, au moment des changements de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SUV, revoir les utilitaires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la moyenne (Kleber Quadraxer SUV : 1,43 fois). Les utilitaires tombent à 0,87 fois (VanContact 4Season : 0,40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références SUV et retravailler les messages utilitaires autour d'un usage concret (charge, 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Miser sur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Hankook (1,22 fois la moyenne) et Ilink (1,12 fois) surperforment, alors que Goodyear (0,69 fois) et Bridgestone (0,82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à prix accessible dans les accroches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Diversifier les descriptions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70 des 84 annonces utilisent la même description (« Leader de la vente de pneus pas chers en ligne… ») et restent à 0,99 fois la moyenne. La même accroche moto varie de 0,53 à 1,32 fois selon l'emplacement.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précis (adhérence sous la pluie, loi montagne, montage à domicile).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