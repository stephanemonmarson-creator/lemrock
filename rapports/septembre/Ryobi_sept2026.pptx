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1 144 223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4 649 681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5 969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13 056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+0,05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0,05 %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perceuse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visseuse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atelier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compresseur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scie-sabre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brushless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humidimètre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multimètre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Parkside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béton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élagage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outil Makita je devrais acheter en premier pour mon atelier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perceuse pour percer du béton et poser des étagères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perceuse visseuse idéale pour bricoler à la maison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compresseur 50 L suffit-il pour un usage domestique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la scie-sabre sans être bricoleur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Mesure et détection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Outils et coffrets · 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Électroportatif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88864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 premier équipement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portent souvent sur le premier outil à acheter : atelier, perceuse visseuse pour bricoler, compresseur pour un usage domestique.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les kits de démarrage Ryobi comme le bon premier achat.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à des bricoleurs non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questions montrent une audience peu experte : « Je peux utiliser la scie-sabre sans être bricoleur ? 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simplicité d'usage et la polyvalence de la batterie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Regagner face à Bosch et Parkside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Ryobi recule à 6,9 % de part de voix (−1,1 pt, 4e) et à 0,8 % des recommandations spontanées des IA, loin de Bosch (43,5 %) et Parkside (21,7 %). Côté ads : 8,2 % (−1,3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perceuse et visseuse lors d'une prochaine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dernier mois plus performant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24/09 : 5 969 clics (+222 %) et un CTR de 0,52 %. 3 conversions attribuées.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pour préparer un renouvellement.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