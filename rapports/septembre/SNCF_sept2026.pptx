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139 036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139 036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788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0,57 %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train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easyJet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Air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FlixBus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Trainline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Eurostar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BlaBlaCar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Trenitalia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Kombo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sac cabine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Paris – Rennes · 23 %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Lyon / Marseille / Nice · 23 %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Bordeaux / Toulouse · 17 %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Nantes / Lille / Strasbourg · 21 %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International (Amsterdam, Barcelone) · 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liaisons · 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30845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564368" y="4758537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564368" y="5066995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294985"/>
            <a:ext cx="475488" cy="28163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576620"/>
            <a:ext cx="475488" cy="12070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trajets vers Paris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trajets Lille – Paris, Marseille – Paris et Lyon – Paris atteignent plus de 1,3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trajets retour vers Paris.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Paris – Rennes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Rennes représente 23 % de la diffusion mais reste à 0,54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Rééquilibrer la diffusion vers les liaisons qui cliquent le plus (Lyon, Toulouse, Lille).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liaisons internationales intéressent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Barcelone (1,17 fois) et Paris – Amsterdam (1,10 fois) dépassent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davantage de liaisons internationales.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jour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30/09, la campagne génère 788 clics sur la journée, pour un CTR de 0,57 %.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Premier bilan complet sur le mois d'octobre.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