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SNCF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139 036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139 036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788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788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0,57 %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départ en vacances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train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easyJet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Ryanair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Air France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FlixBus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Trainline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Eurostar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BlaBlaCar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Trenitalia</a:t>
            </a:r>
            <a:r>
              <a:rPr sz="1100" b="0" i="0">
                <a:solidFill>
                  <a:srgbClr val="EE6A2C"/>
                </a:solidFill>
                <a:latin typeface="Arial"/>
              </a:rPr>
              <a:t>   Kombo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valise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sac cabine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choisir un sac cabine conforme aux dimensions des compagnies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sac choisir pour combo randonnée et ski de rando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Comment organiser une trousse de toilette conforme aux règles de sécurité 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Réservation de billets de train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Prix et petits prix · 20 %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Destinations et itinéraires · 16 %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Cartes et abonnements · 12 %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Trains de nuit et international · 8 %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Bagages et services à bord · 4 %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64368" y="4450080"/>
            <a:ext cx="475488" cy="536448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4368" y="4450080"/>
            <a:ext cx="475488" cy="536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40 %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986528"/>
            <a:ext cx="475488" cy="268224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564368" y="5254752"/>
            <a:ext cx="475488" cy="214579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564368" y="5469331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64368" y="5630265"/>
            <a:ext cx="475488" cy="107289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64368" y="5737555"/>
            <a:ext cx="475488" cy="53644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SNCF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marque leader dans les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SNCF domine avec 56,4 % de part de voix et 61,8 % des recommandations spontanées des IA, loin devant easyJet et Air France.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Capitaliser sur cette position pour orienter les voyageurs vers SNCF Connect.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part de voix qui recule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part de voix baisse de 27,7 pts et la recommandation spontanée de 4,4 pts sur le mois. La part de voix ads reste sous 0,1 %, la campagne ayant démarré le 30/09.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Suivre l'effet de la campagne sur la part de voix dès octobre.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Les vacances, unique déclencheur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100 % des conversations du secteur sont déclenchées par un départ en vacances.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Associer les trajets aux périodes de vacances : Toussaint, Noël, vacances d'hiver.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Premier jour de diffusion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campagne a démarré le 30/09 : 139 036 impressions et 788 clics sur la journée, pour un CTR de 0,57 %.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Premier bilan complet à faire sur le mois d'octobre.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