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easyJet · 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Ryanair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 France · 6 %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FlixBus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201107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8046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69331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