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MARQUES CITÉES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Part de voix dans les messages utilisateurs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easyJet · 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Ryanair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Air France · 6 %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FlixBus · 6 %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75102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7510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5201107"/>
            <a:ext cx="475488" cy="9387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9387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388864"/>
            <a:ext cx="475488" cy="8046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469331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marque leader dans les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SNCF domine avec 56,4 % de part de voix et 61,8 % des recommandations spontanées des IA, loin devant easyJet et Air France.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Capitaliser sur cette position pour orienter les voyageurs vers SNCF Connect.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part de voix qui recule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part de voix baisse de 27,7 pts et la recommandation spontanée de 4,4 pts sur le mois. La part de voix ads reste sous 0,1 %, la campagne ayant démarré le 30/09.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Suivre l'effet de la campagne sur la part de voix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vacances, unique déclencheur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100 % des conversations du secteur sont déclenchées par un départ en vacances.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les trajets aux périodes de vacances : Toussaint, Noël, vacances d'hiver.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a démarré le 30/09 : 139 036 impressions et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à faire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