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Dorel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392 251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+60 %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954 461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1 990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+247 %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+0,27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0,32 %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poussette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siège auto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naissance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couches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biberons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porte d'embarquement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nouveau-né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indispensable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tétine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cadeau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vacances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Cybex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Joie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  Stokke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Tu peux garder la poussette jusqu'à la porte d'embarquement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C'est quoi le matériel puériculture vraiment indispensable pour un nouveau-né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Ça affecte les dents si bébé garde la tétine trop longtemps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Poussettes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Couches · 33 %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925568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Biberons · 25 %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193792"/>
            <a:ext cx="20726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Autres puériculture · 5 %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64368" y="4450080"/>
            <a:ext cx="475488" cy="49621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564368" y="4450080"/>
            <a:ext cx="475488" cy="4962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37 %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64368" y="4946294"/>
            <a:ext cx="475488" cy="442569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564368" y="4946294"/>
            <a:ext cx="475488" cy="44256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33 %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64368" y="5388864"/>
            <a:ext cx="475488" cy="33528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64368" y="5388864"/>
            <a:ext cx="475488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25 %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5724144"/>
            <a:ext cx="475488" cy="67056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Dorel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aux futurs parents au moment de la naissance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naissance déclenche 75,3 % des conversations, loin devant le cadeau (11,4 %) et le départ en vacances (8,9 %).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Construire les accroches autour de l'arrivée de bébé : « Tout pour accueillir votre nouveau-né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la poussette au premier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poussettes sont le premier produit nommé (36,4 %), devant les couches (33,2 %) et les biberons (25,3 %).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Prioriser les poussettes dans le carrousel et associer chaque modèle à un usage (voyage, ville, compacité).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marque très recommandée par les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Dorel est 2e en part de voix (17,7 %, derrière Cybex) et 1re des recommandations spontanées des IA (74,4 %, +55,2 pts). Sa part de voix ads recule à 17,0 % (−7,4 pts).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Maintenir la pression ads pour transformer cette recommandation en clics vers Cdiscount.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 CTR qui double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sont multipliés par 3,5 (1 990) pour 60 % d'impressions en plus. Le CTR passe de 0,23 % à 0,51 %.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 ciblage actuel et tester des accroches « voyage avec bébé » sur les poussettes compactes.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