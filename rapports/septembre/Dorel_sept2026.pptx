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25 %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10 %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19472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22976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3411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64377"/>
            <a:ext cx="475488" cy="26822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futurs parents au moment de la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naissance déclenche 75,3 % des conversations, loin devant le cadeau (11,4 %) et le départ en vacances (8,9 %).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 l'arrivée de bébé : « Tout pour accueillir votre nouveau-né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la poussette au premier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poussettes sont le premier produit nommé (36,4 %), devant les couches (33,2 %) et les biberons (25,3 %).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Prioriser les poussettes dans le carrousel et associer chaque modèle à un usage (voyage, ville, compacité).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Dorel est 2e en part de voix (17,7 %, derrière Cybex) et 1re des recommandations spontanées des IA (74,4 %, +55,2 pts). Sa part de voix ads recule à 17,0 % (−7,4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ads pour transformer cette recommandation en clics vers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tester des accroches « voyage avec bébé » sur les poussettes compactes.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