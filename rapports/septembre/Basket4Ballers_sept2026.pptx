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sneakers blanches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 Force 1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Air Max 90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New Balance 574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Cortez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marcher toute la journée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confort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Nike P-6000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running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pas chères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Wilson Authentic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ballon de basket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porter la P-6000 pour courir régulièrement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types de lacets aident les sneakers à mieux s'ajuster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accessoires et les protections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accessoires (1,12 fois le CTR moyen), les ballons (1,20 fois) et les protections (1,05 fois) font mieux que la moyenne. Le ballon Nike Skills enfant atteint 1,36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accessoires et petits équipements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vêtements et maillots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tenues de basket restent à 0,58 fois la moyenne et les maillots à 0,82 fois. Les survêtements et les casquettes tombent à 0,41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les vêtements à un usage (match, échauffement, cadeau) plutôt qu'au prix.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sneakers lifestyle tiennent leur rang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chaussures et sneakers dépassent la moyenne (jusqu'à 1,11 fois), avec des modèles comme l'adidas Yung-1 ou la Puma Creeper.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modèles iconiques et les nouveautés lifestyle.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1 083 à 3 198 pour 33 % d'impressions en plus. Le CTR passe de 0,20 % à 0,45 %.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concentrer le budget sur les catégories qui cliquent le plus.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