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vêtements et maillots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tenues de basket restent à 0,58 fois la moyenne et les maillots à 0,82 fois. Les survêtements et les casquettes tombent à 0,41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vêtements à un usage (match, échauffement, cadeau) plutôt qu'au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