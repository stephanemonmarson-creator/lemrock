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Basket4Ballers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705 874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+33 %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1 702 639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3 198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+195 %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5 040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0,45 %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+0,25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sneakers blanches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jean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Air Force 1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Air Max 90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New Balance 574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Cortez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marcher toute la journée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confort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Nike P-6000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running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pas chères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Wilson Authentic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ballon de basket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Des idées de sneakers blanches qui vont bien avec ce jean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des baskets solides et pas chères pour marcher beaucoup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Je peux porter la P-6000 pour courir régulièrement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types de lacets aident les sneakers à mieux s'ajuster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Je peux utiliser le Wilson Authentic en salle sans l'abîmer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Chaussures et sneakers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Équipement de basketball · 5 %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Maillots et fanwear NBA · 4 %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Vêtements de basketball · 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450080"/>
            <a:ext cx="475488" cy="1207008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64368" y="4450080"/>
            <a:ext cx="475488" cy="12070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90 %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5657088"/>
            <a:ext cx="475488" cy="6705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5724144"/>
            <a:ext cx="475488" cy="53644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Basket4Ballers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Recentrer la diffusion sur l'univers basket et sneakers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conversations captées portent à 71 % sur des chaussures de ville et de mode (mocassins, ballerines, bottines). Le basket-ball pèse moins de 1 % des produits nommés.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Resserrer les topics ciblés autour des sneakers, du basket et du streetwear pour toucher une audience plus proche du catalogue.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modèles iconiques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Une recherche sur cinq (19,5 %) nomme déjà une marque ou un modèle : Air Force 1, Air Max 90, Cortez, New Balance 237 et 574 reviennent le plus.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Construire les accroches autour des modèles cités : « Trouvez votre paire d'Air Force 1 », puis la page produit.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Exister face aux marques et aux grandes enseignes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Basket4Ballers pèse 0,3 % de part de voix (12e) et reste sous 0,1 % des recommandations spontanées des IA, où Courir atteint 10,7 %. Côté ads, la part de voix monte à 12,3 % (+2,6 pts).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Maintenir la présence publicitaire et développer des contenus experts (guides de tailles, comparatifs de modèles) pour être recommandé spontanément.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Parler confort et usage quotidien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sont multipliés par 3 avec seulement 33 % d'impressions en plus : le CTR passe de 0,20 % à 0,45 %. Les requêtes cherchent des baskets « solides », « pas chères » et pour « marcher toute la journée ».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chaque modèle à un usage concret : confort toute la journée, look avec un jean, polyvalence ville et sport.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