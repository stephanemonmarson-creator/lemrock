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de ville et mode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Running et chaussures de sport · 12 %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Baskets et sneakers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Outdoor et montagne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basket-ball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02275"/>
            <a:ext cx="475488" cy="16093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70499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