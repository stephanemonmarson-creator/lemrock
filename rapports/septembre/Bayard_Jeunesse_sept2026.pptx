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livres papier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abonnement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magazine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audiobook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numéros numériques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Nathan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Mon Quotidien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Glénat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Fleurus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Milan Presse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livres audio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Spotify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acheter le livre et à quel prix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livres audio disponibles sur Spotify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Livres papier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Livres · 28 %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Journaux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· 7 %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Livres audio et e-books · 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74284"/>
            <a:ext cx="475488" cy="37551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174284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549798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643676"/>
            <a:ext cx="475488" cy="9387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Simplifier l'abonnement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sur les magazines portent sur la façon de s'abonner et de recevoir les numéros, papier ou numériques.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l'abonnement en quelques clics et la livraison à domicile.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Bayard Jeunesse est 2e des recommandations spontanées des IA (34,7 %, +12,3 pts), juste derrière Nathan (36,3 %). Côté ads : 11,1 % (+7,0 pts).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recommandation pour pousser l'abonnement.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en recul face à Nathan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à 23,1 % (−12,6 pts), loin de Nathan (59,3 %).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sur les requêtes lecture jeunesse et rentrée.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(+215 %)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11/10 : partager le bilan et proposer un renouvellement.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