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Bayard Jeunesse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408 434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791 115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2 277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+215 %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+0,37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livres papier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abonnement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magazine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audiobook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numéros numériques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BD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Nathan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Mon Quotidien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Glénat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Fleurus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Milan Presse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livres audio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Spotify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vaut le coup en audiobook ou mieux en lecture papier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je peux acheter le livre et à quel prix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je m'abonne pour accéder aux numéros numériques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je reçois le magazine papier chez moi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les livres audio disponibles sur Spotify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Lecture et découverte 6-10 ans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Apprentissage de l'anglais · 3 %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Magazines pour adolescents · 16 %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Éveil et petite enfance · 11 %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93878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938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5388864"/>
            <a:ext cx="475488" cy="40233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429097"/>
            <a:ext cx="475488" cy="21457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643676"/>
            <a:ext cx="475488" cy="147523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Bayard Jeunesse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magazines découverte et actualité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Images Doc (8-12 ans) et Phosphore (14-19 ans) atteignent plus de 2,2 fois le CTR moyen, les meilleurs scores de la campagne.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visibilité aux titres qui aident à comprendre le monde et l'actualité.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d'un âge et d'un bénéfice précis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qui indiquent la tranche d'âge et ce que l'enfant y gagne (orientation, culture, lecture) dépassent la moyenne. L'abonnement générique reste à 1,02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Construire chaque accroche autour d'un âge et d'un bénéfice concret.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titres petite enfance et éveil à la foi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Belles Histoires, Babar, Astrapi et Mon p'tit Prions en Église restent entre 0,62 et 0,67 fois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messages plus orientés parents (rituel du soir, temps partagé).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clics triplent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722 à 2 277 pour 7 % d'impressions en plus. Le CTR passe de 0,19 % à 0,56 %.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Prolonger la campagne au-delà du 11/10 pour la période des cadeaux de fin d'année.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