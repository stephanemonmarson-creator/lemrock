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4023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2909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découverte et actualité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(8-12 ans) et Phosphore (lycéens) atteignent plus de 2,2 fois le CTR moyen, les meilleurs scores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titres qui aident à comprendre le monde et l'actualité.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d'un âge et d'un bénéfice précis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indiquent la tranche d'âge et ce que l'enfant y gagne (orientation, culture, lecture) dépassent la moyenne. L'abonnement générique reste à 1,02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accroche autour d'un âge et d'un bénéfice concret.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titres petite enfance et éveil à la foi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Belles Histoires, Babar, Astrapi et Mon p'tit Prions en Église restent entre 0,62 et 0,67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messages plus orientés parents (rituel du soir, temps partagé).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 pour la période des cadeaux de fin d'année.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